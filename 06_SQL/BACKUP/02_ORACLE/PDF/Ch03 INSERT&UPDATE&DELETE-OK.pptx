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79" r:id="rId5"/>
    <p:sldId id="259" r:id="rId6"/>
    <p:sldId id="280" r:id="rId7"/>
    <p:sldId id="281" r:id="rId8"/>
    <p:sldId id="264" r:id="rId9"/>
    <p:sldId id="265" r:id="rId10"/>
    <p:sldId id="266" r:id="rId11"/>
    <p:sldId id="267" r:id="rId12"/>
    <p:sldId id="27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90"/>
  </p:normalViewPr>
  <p:slideViewPr>
    <p:cSldViewPr snapToGrid="0" showGuides="1">
      <p:cViewPr varScale="1">
        <p:scale>
          <a:sx n="52" d="100"/>
          <a:sy n="52" d="100"/>
        </p:scale>
        <p:origin x="53" y="374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28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314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10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613986"/>
            <a:ext cx="7323663" cy="698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 spc="-150">
                <a:solidFill>
                  <a:srgbClr val="595959"/>
                </a:solidFill>
                <a:latin typeface="+mj-lt"/>
                <a:ea typeface="THE명품고딕L"/>
              </a:rPr>
              <a:t>06</a:t>
            </a:r>
            <a:r>
              <a:rPr lang="ko-KR" altLang="en-US" sz="4000" b="1" spc="-15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4000" b="1" spc="-150">
                <a:solidFill>
                  <a:srgbClr val="595959"/>
                </a:solidFill>
                <a:latin typeface="+mj-lt"/>
                <a:ea typeface="THE명품고딕L"/>
              </a:rPr>
              <a:t>INSERT/UPDATE/DELETE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2" y="3058913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INSERT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89465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기본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593750" y="2252623"/>
          <a:ext cx="10216354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6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문법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[INTO]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[(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1,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2...)]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VALUES(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1,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2...)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65466"/>
              </p:ext>
            </p:extLst>
          </p:nvPr>
        </p:nvGraphicFramePr>
        <p:xfrm>
          <a:off x="563756" y="3429000"/>
          <a:ext cx="10212705" cy="22707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기본 예제</a:t>
                      </a:r>
                      <a:endParaRPr lang="en-US" altLang="ko-KR" sz="250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sqlDB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testTbl1 (id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int,userName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char(10),age int);</a:t>
                      </a:r>
                    </a:p>
                    <a:p>
                      <a:pPr>
                        <a:defRPr/>
                      </a:pPr>
                      <a:endParaRPr lang="en-US" altLang="ko-KR" sz="1600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testTbl1 VALUES (1,'홍길동',25);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모든열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데이터 입력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testTbl1(</a:t>
                      </a:r>
                      <a:r>
                        <a:rPr lang="ko-KR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id,userName</a:t>
                      </a: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VALUES(2,'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강동원</a:t>
                      </a: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');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특정열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데이터 입력</a:t>
                      </a:r>
                    </a:p>
                    <a:p>
                      <a:pPr>
                        <a:defRPr/>
                      </a:pP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testTbl1(</a:t>
                      </a:r>
                      <a:r>
                        <a:rPr lang="ko-KR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username,age,id</a:t>
                      </a: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VALUES('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이수근</a:t>
                      </a: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',26,3)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순서변경</a:t>
                      </a:r>
                      <a:r>
                        <a:rPr lang="ko-KR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testTbl1;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49299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오라클 시퀀스</a:t>
            </a:r>
            <a:endParaRPr lang="en-US" altLang="ko-KR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0ECC042-0086-494D-A06C-5801B86B3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9317716" cy="462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7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49299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오라클 시퀀스</a:t>
            </a:r>
            <a:endParaRPr lang="en-US" altLang="ko-KR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60C670D-E1C2-4653-B279-5208D227D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863190"/>
            <a:ext cx="10946648" cy="4685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49299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오라클 시퀀스</a:t>
            </a:r>
            <a:endParaRPr lang="en-US" altLang="ko-KR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7EAF9E0-7115-474B-AE3E-66C8617A2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71" y="1863190"/>
            <a:ext cx="11696133" cy="223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2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249299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오라클 시퀀스</a:t>
            </a:r>
            <a:endParaRPr lang="en-US" altLang="ko-KR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E963488-B617-4EA6-8B41-47684DBA9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68" y="2004420"/>
            <a:ext cx="940389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2"/>
            <a:chOff x="527768" y="1560897"/>
            <a:chExt cx="5187232" cy="2184589"/>
          </a:xfrm>
        </p:grpSpPr>
        <p:sp>
          <p:nvSpPr>
            <p:cNvPr id="18" name="TextBox 17"/>
            <p:cNvSpPr txBox="1"/>
            <p:nvPr/>
          </p:nvSpPr>
          <p:spPr>
            <a:xfrm>
              <a:off x="558042" y="3058912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UPDATE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4"/>
              <a:ext cx="4338897" cy="16461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167570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UPDATE </a:t>
            </a:r>
            <a:endParaRPr lang="ko-KR" altLang="en-US" sz="3000" spc="-15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60716" y="2094548"/>
          <a:ext cx="10222230" cy="84850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사용법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UPDATE 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테이블이름 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SET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열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1=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1,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2=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값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2...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조건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564161" y="3228975"/>
          <a:ext cx="10222230" cy="15392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UPDATE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조건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update testtbl4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set Lname='없음'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Fname='Kyoichi';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testtbl4;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564566" y="4806477"/>
          <a:ext cx="10222230" cy="17830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UPDATE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전체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 sqlDB;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buyTbl;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UPDATE buyTbl SET price = price*1.5;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buyTbl;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2"/>
            <a:chOff x="527768" y="1560897"/>
            <a:chExt cx="5187232" cy="2184589"/>
          </a:xfrm>
        </p:grpSpPr>
        <p:sp>
          <p:nvSpPr>
            <p:cNvPr id="18" name="TextBox 17"/>
            <p:cNvSpPr txBox="1"/>
            <p:nvPr/>
          </p:nvSpPr>
          <p:spPr>
            <a:xfrm>
              <a:off x="558043" y="3058903"/>
              <a:ext cx="5035889" cy="686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DELETE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2"/>
              <a:ext cx="4338897" cy="1646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3.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156140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DELETE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13091" y="2294573"/>
          <a:ext cx="10222230" cy="84850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사용법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 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테이블이름 </a:t>
                      </a: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en-US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조건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564161" y="3429000"/>
          <a:ext cx="10222230" cy="12954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DELETE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조건 내 모두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 sqldb;</a:t>
                      </a:r>
                    </a:p>
                    <a:p>
                      <a:pPr>
                        <a:defRPr/>
                      </a:pPr>
                      <a:r>
                        <a:rPr lang="en-US" altLang="ko-KR" sz="16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 from testTbl4 where Fname = 'Aamer';</a:t>
                      </a:r>
                    </a:p>
                    <a:p>
                      <a:pPr>
                        <a:defRPr/>
                      </a:pPr>
                      <a:endParaRPr lang="en-US" altLang="ko-KR" sz="160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43856"/>
              </p:ext>
            </p:extLst>
          </p:nvPr>
        </p:nvGraphicFramePr>
        <p:xfrm>
          <a:off x="564566" y="4949352"/>
          <a:ext cx="10222230" cy="84850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DELETE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조건 상위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delete from testTbl4 where 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Fname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</a:t>
                      </a:r>
                      <a:r>
                        <a:rPr lang="en-US" altLang="ko-KR" sz="1600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Aamer</a:t>
                      </a:r>
                      <a:r>
                        <a:rPr lang="en-US" altLang="ko-KR" sz="1600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 LIMIT 5;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8" y="3058917"/>
              <a:ext cx="5035888" cy="6865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</a:t>
              </a:r>
              <a:r>
                <a:rPr lang="ko-KR" altLang="en-US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D.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266</Words>
  <Application>Microsoft Office PowerPoint</Application>
  <PresentationFormat>와이드스크린</PresentationFormat>
  <Paragraphs>66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나눔고딕</vt:lpstr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548</cp:revision>
  <dcterms:created xsi:type="dcterms:W3CDTF">2015-07-07T04:48:58Z</dcterms:created>
  <dcterms:modified xsi:type="dcterms:W3CDTF">2022-04-28T11:02:22Z</dcterms:modified>
  <cp:version>1000.0000.01</cp:version>
</cp:coreProperties>
</file>