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4"/>
  </p:notesMasterIdLst>
  <p:sldIdLst>
    <p:sldId id="256" r:id="rId2"/>
    <p:sldId id="260" r:id="rId3"/>
    <p:sldId id="261" r:id="rId4"/>
    <p:sldId id="278" r:id="rId5"/>
    <p:sldId id="279" r:id="rId6"/>
    <p:sldId id="280" r:id="rId7"/>
    <p:sldId id="265" r:id="rId8"/>
    <p:sldId id="266" r:id="rId9"/>
    <p:sldId id="281" r:id="rId10"/>
    <p:sldId id="282" r:id="rId11"/>
    <p:sldId id="283" r:id="rId12"/>
    <p:sldId id="284" r:id="rId13"/>
    <p:sldId id="285" r:id="rId14"/>
    <p:sldId id="294" r:id="rId15"/>
    <p:sldId id="286" r:id="rId16"/>
    <p:sldId id="295" r:id="rId17"/>
    <p:sldId id="287" r:id="rId18"/>
    <p:sldId id="288" r:id="rId19"/>
    <p:sldId id="289" r:id="rId20"/>
    <p:sldId id="290" r:id="rId21"/>
    <p:sldId id="291" r:id="rId22"/>
    <p:sldId id="26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9C8E2-2010-4FF3-BF02-BA6DFA93C045}" v="3" dt="2021-08-10T15:33:41.0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290"/>
  </p:normalViewPr>
  <p:slideViewPr>
    <p:cSldViewPr snapToGrid="0" showGuides="1">
      <p:cViewPr varScale="1">
        <p:scale>
          <a:sx n="73" d="100"/>
          <a:sy n="73" d="100"/>
        </p:scale>
        <p:origin x="1070" y="53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균 정" userId="cc5e98843caf5a80" providerId="LiveId" clId="{2879C8E2-2010-4FF3-BF02-BA6DFA93C045}"/>
    <pc:docChg chg="undo custSel modSld">
      <pc:chgData name="우균 정" userId="cc5e98843caf5a80" providerId="LiveId" clId="{2879C8E2-2010-4FF3-BF02-BA6DFA93C045}" dt="2021-08-10T15:35:07.439" v="199" actId="14100"/>
      <pc:docMkLst>
        <pc:docMk/>
      </pc:docMkLst>
      <pc:sldChg chg="delSp modSp mod">
        <pc:chgData name="우균 정" userId="cc5e98843caf5a80" providerId="LiveId" clId="{2879C8E2-2010-4FF3-BF02-BA6DFA93C045}" dt="2021-08-10T15:34:06.346" v="197" actId="14100"/>
        <pc:sldMkLst>
          <pc:docMk/>
          <pc:sldMk cId="0" sldId="258"/>
        </pc:sldMkLst>
        <pc:graphicFrameChg chg="modGraphic">
          <ac:chgData name="우균 정" userId="cc5e98843caf5a80" providerId="LiveId" clId="{2879C8E2-2010-4FF3-BF02-BA6DFA93C045}" dt="2021-08-10T15:34:06.346" v="197" actId="14100"/>
          <ac:graphicFrameMkLst>
            <pc:docMk/>
            <pc:sldMk cId="0" sldId="258"/>
            <ac:graphicFrameMk id="52" creationId="{00000000-0000-0000-0000-000000000000}"/>
          </ac:graphicFrameMkLst>
        </pc:graphicFrameChg>
        <pc:graphicFrameChg chg="mod modGraphic">
          <ac:chgData name="우균 정" userId="cc5e98843caf5a80" providerId="LiveId" clId="{2879C8E2-2010-4FF3-BF02-BA6DFA93C045}" dt="2021-08-10T15:33:07.275" v="152" actId="20577"/>
          <ac:graphicFrameMkLst>
            <pc:docMk/>
            <pc:sldMk cId="0" sldId="258"/>
            <ac:graphicFrameMk id="55" creationId="{00000000-0000-0000-0000-000000000000}"/>
          </ac:graphicFrameMkLst>
        </pc:graphicFrameChg>
        <pc:graphicFrameChg chg="del mod modGraphic">
          <ac:chgData name="우균 정" userId="cc5e98843caf5a80" providerId="LiveId" clId="{2879C8E2-2010-4FF3-BF02-BA6DFA93C045}" dt="2021-08-10T15:33:46.353" v="173" actId="478"/>
          <ac:graphicFrameMkLst>
            <pc:docMk/>
            <pc:sldMk cId="0" sldId="258"/>
            <ac:graphicFrameMk id="60" creationId="{00000000-0000-0000-0000-000000000000}"/>
          </ac:graphicFrameMkLst>
        </pc:graphicFrameChg>
      </pc:sldChg>
      <pc:sldChg chg="modSp mod">
        <pc:chgData name="우균 정" userId="cc5e98843caf5a80" providerId="LiveId" clId="{2879C8E2-2010-4FF3-BF02-BA6DFA93C045}" dt="2021-08-10T15:35:07.439" v="199" actId="14100"/>
        <pc:sldMkLst>
          <pc:docMk/>
          <pc:sldMk cId="0" sldId="264"/>
        </pc:sldMkLst>
        <pc:spChg chg="mod">
          <ac:chgData name="우균 정" userId="cc5e98843caf5a80" providerId="LiveId" clId="{2879C8E2-2010-4FF3-BF02-BA6DFA93C045}" dt="2021-08-10T15:35:05.508" v="198" actId="14100"/>
          <ac:spMkLst>
            <pc:docMk/>
            <pc:sldMk cId="0" sldId="264"/>
            <ac:spMk id="47" creationId="{00000000-0000-0000-0000-000000000000}"/>
          </ac:spMkLst>
        </pc:spChg>
        <pc:graphicFrameChg chg="modGraphic">
          <ac:chgData name="우균 정" userId="cc5e98843caf5a80" providerId="LiveId" clId="{2879C8E2-2010-4FF3-BF02-BA6DFA93C045}" dt="2021-08-10T15:35:07.439" v="199" actId="14100"/>
          <ac:graphicFrameMkLst>
            <pc:docMk/>
            <pc:sldMk cId="0" sldId="264"/>
            <ac:graphicFrameMk id="9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56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297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34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788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6259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0895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277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212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9062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982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883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853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5377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299661"/>
            <a:ext cx="674247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01</a:t>
            </a:r>
            <a:r>
              <a:rPr lang="ko-KR" altLang="en-US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 </a:t>
            </a:r>
            <a:r>
              <a:rPr lang="en-US" altLang="ko-KR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CRUD </a:t>
            </a:r>
            <a:r>
              <a:rPr lang="ko-KR" altLang="en-US" sz="7000" b="1" spc="-150" dirty="0">
                <a:solidFill>
                  <a:srgbClr val="595959"/>
                </a:solidFill>
                <a:latin typeface="+mj-lt"/>
                <a:ea typeface="THE명품고딕L"/>
              </a:rPr>
              <a:t>기본</a:t>
            </a:r>
            <a:endParaRPr lang="ko-KR" altLang="en-US" sz="6800" b="1" spc="-150" dirty="0">
              <a:solidFill>
                <a:srgbClr val="595959"/>
              </a:solidFill>
              <a:latin typeface="+mj-lt"/>
              <a:ea typeface="THE명품고딕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8"/>
            <a:ext cx="4129081" cy="1746437"/>
            <a:chOff x="527768" y="1560899"/>
            <a:chExt cx="5187232" cy="2193992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21"/>
              <a:ext cx="3332256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자료형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9"/>
              <a:ext cx="4338897" cy="1646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71393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Data type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97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500">
              <a:latin typeface="나눔고딕"/>
              <a:ea typeface="나눔고딕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62445D7-ABD9-4D17-84C8-5E16AA9BF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5" y="2129596"/>
            <a:ext cx="7704488" cy="1806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71393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Data type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97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500">
              <a:latin typeface="나눔고딕"/>
              <a:ea typeface="나눔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FA27270-E630-4A4C-BF12-C03769358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76" y="2292896"/>
            <a:ext cx="7277731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4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  <a:endParaRPr lang="ko-KR" altLang="en-US" sz="3200" b="1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71393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Data type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97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500">
              <a:latin typeface="나눔고딕"/>
              <a:ea typeface="나눔고딕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C504EE86-6F87-4E82-A0E1-5C13BB3BD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99" y="2129596"/>
            <a:ext cx="7620660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9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63676" y="654596"/>
            <a:ext cx="171393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Data type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97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500">
              <a:latin typeface="나눔고딕"/>
              <a:ea typeface="나눔고딕"/>
            </a:endParaRPr>
          </a:p>
        </p:txBody>
      </p:sp>
      <p:pic>
        <p:nvPicPr>
          <p:cNvPr id="7" name="그림 6" descr="텍스트, 스크린샷, 화면, 다른이(가) 표시된 사진&#10;&#10;자동 생성된 설명">
            <a:extLst>
              <a:ext uri="{FF2B5EF4-FFF2-40B4-BE49-F238E27FC236}">
                <a16:creationId xmlns:a16="http://schemas.microsoft.com/office/drawing/2014/main" id="{9C279216-8024-444D-AFC0-FE4908B2B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77" y="491296"/>
            <a:ext cx="6965284" cy="2316681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E4DD6BA3-277C-4420-9882-EFDE518FA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77" y="2815476"/>
            <a:ext cx="7597798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7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8"/>
            <a:ext cx="4129081" cy="1746433"/>
            <a:chOff x="527768" y="1560899"/>
            <a:chExt cx="5187232" cy="2193988"/>
          </a:xfrm>
        </p:grpSpPr>
        <p:sp>
          <p:nvSpPr>
            <p:cNvPr id="18" name="TextBox 17"/>
            <p:cNvSpPr txBox="1"/>
            <p:nvPr/>
          </p:nvSpPr>
          <p:spPr>
            <a:xfrm>
              <a:off x="558059" y="3058917"/>
              <a:ext cx="5101691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CRUD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9"/>
              <a:ext cx="4338897" cy="16625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테이블 생성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A3A716-51AA-4F6A-B0D8-863C0B6D0D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50"/>
          <a:stretch/>
        </p:blipFill>
        <p:spPr>
          <a:xfrm>
            <a:off x="514876" y="2951103"/>
            <a:ext cx="4709568" cy="19051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65F979C-C2FB-46F1-8017-747F8A5B69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83"/>
          <a:stretch/>
        </p:blipFill>
        <p:spPr>
          <a:xfrm>
            <a:off x="5911281" y="2597095"/>
            <a:ext cx="4709568" cy="313306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2E3154-9D25-4DF3-8A60-54E0785EBD2E}"/>
              </a:ext>
            </a:extLst>
          </p:cNvPr>
          <p:cNvSpPr/>
          <p:nvPr/>
        </p:nvSpPr>
        <p:spPr>
          <a:xfrm>
            <a:off x="5984853" y="3117668"/>
            <a:ext cx="3253740" cy="336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77805" y="1766566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PK </a:t>
            </a: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9297C2-9516-48B1-B1A0-3D02E3251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2803640"/>
            <a:ext cx="8047417" cy="13717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91A184-C1A7-4E96-8E12-B239891318F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68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문제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3F6CE-1F53-4F1A-AAC9-7ECE5084504E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10" name="그림 9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E84C27D7-355B-40D3-8B64-3EED5E213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654435"/>
            <a:ext cx="4938188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값 삽입</a:t>
            </a: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/</a:t>
            </a: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조회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448554" y="2743223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값 삽입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(insert)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AB0DF21-8C59-4FA4-860E-8765FACD2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3258683"/>
            <a:ext cx="7117697" cy="1036410"/>
          </a:xfrm>
          <a:prstGeom prst="rect">
            <a:avLst/>
          </a:prstGeom>
        </p:spPr>
      </p:pic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5680AC8C-CDBA-4AB4-8F12-D2E0827F6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4834871"/>
            <a:ext cx="3017782" cy="19127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414097-E5B1-4A2F-906C-4A62EA789EB4}"/>
              </a:ext>
            </a:extLst>
          </p:cNvPr>
          <p:cNvSpPr txBox="1"/>
          <p:nvPr/>
        </p:nvSpPr>
        <p:spPr>
          <a:xfrm>
            <a:off x="448554" y="439825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Demilight"/>
              </a:rPr>
              <a:t>값 조회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(select)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72135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>
                <a:solidFill>
                  <a:schemeClr val="accent4"/>
                </a:solidFill>
                <a:latin typeface="안상수2006가는"/>
                <a:ea typeface="안상수2006가는"/>
              </a:rPr>
              <a:t>문제</a:t>
            </a:r>
            <a:endParaRPr lang="ko-KR" altLang="en-US" sz="3000" dirty="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F45D7FB-B180-4FC8-94CE-9FEC49915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654435"/>
            <a:ext cx="5029636" cy="330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143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값 수정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906352CF-04E9-4E2F-B4CB-6ED125E44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01" y="2815766"/>
            <a:ext cx="5753599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400562" y="170382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>
                <a:solidFill>
                  <a:schemeClr val="accent4"/>
                </a:solidFill>
                <a:latin typeface="안상수2006가는"/>
                <a:ea typeface="안상수2006가는"/>
              </a:rPr>
              <a:t>문제</a:t>
            </a:r>
            <a:endParaRPr lang="ko-KR" altLang="en-US" sz="3000" dirty="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101599" y="176116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3708547-37BE-4396-9460-3823CCAB4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3" y="2272563"/>
            <a:ext cx="5273497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값 삭제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B1DB15A1-DC44-49B9-A28B-88EF1FAD0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705224"/>
            <a:ext cx="3917019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493273" y="2153639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열 추가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194310" y="2210979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7D07B0EA-428A-4E65-B623-DC51AD350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837250"/>
            <a:ext cx="5464013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6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열 수정</a:t>
            </a: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(</a:t>
            </a: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데이터 타입</a:t>
            </a: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)</a:t>
            </a:r>
            <a:endParaRPr lang="ko-KR" altLang="en-US" sz="3000" dirty="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E8229BB-644A-4698-918F-A2C18F3E3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12" y="2705224"/>
            <a:ext cx="5982218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7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 err="1">
                <a:solidFill>
                  <a:schemeClr val="accent4"/>
                </a:solidFill>
                <a:latin typeface="안상수2006가는"/>
                <a:ea typeface="안상수2006가는"/>
              </a:rPr>
              <a:t>열수정</a:t>
            </a: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(</a:t>
            </a: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이름변경</a:t>
            </a: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)</a:t>
            </a:r>
            <a:endParaRPr lang="ko-KR" altLang="en-US" sz="3000" dirty="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A26B1D01-1BEC-4F68-BE78-EE0F532C3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654435"/>
            <a:ext cx="6134632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3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 err="1">
                <a:solidFill>
                  <a:schemeClr val="accent4"/>
                </a:solidFill>
                <a:latin typeface="안상수2006가는"/>
                <a:ea typeface="안상수2006가는"/>
              </a:rPr>
              <a:t>열삭제</a:t>
            </a:r>
            <a:endParaRPr lang="ko-KR" altLang="en-US" sz="3000" dirty="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675A5834-ECCB-43B3-B55C-CE87F81A4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654435"/>
            <a:ext cx="5029636" cy="388653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64FDEE3-FD01-411F-8D17-62B2E4738F53}"/>
              </a:ext>
            </a:extLst>
          </p:cNvPr>
          <p:cNvSpPr/>
          <p:nvPr/>
        </p:nvSpPr>
        <p:spPr>
          <a:xfrm>
            <a:off x="357352" y="4067503"/>
            <a:ext cx="4942636" cy="830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63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1599" y="1847920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테이블 이름 변경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9AC385E-50C5-4CB4-B0BF-548CF3D17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654435"/>
            <a:ext cx="4221846" cy="396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0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6" y="654596"/>
            <a:ext cx="11320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CRUD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18"/>
          <p:cNvSpPr txBox="1"/>
          <p:nvPr/>
        </p:nvSpPr>
        <p:spPr>
          <a:xfrm>
            <a:off x="569315" y="2043097"/>
            <a:ext cx="82596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문제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7EBBF-C7CD-40C2-9F61-152A202F7A6B}"/>
              </a:ext>
            </a:extLst>
          </p:cNvPr>
          <p:cNvSpPr txBox="1"/>
          <p:nvPr/>
        </p:nvSpPr>
        <p:spPr>
          <a:xfrm>
            <a:off x="270352" y="2815766"/>
            <a:ext cx="11275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oto Sans Demilight"/>
              </a:rPr>
              <a:t>-</a:t>
            </a:r>
            <a:endParaRPr lang="ko-KR" altLang="en-US" b="0" i="0" dirty="0">
              <a:solidFill>
                <a:srgbClr val="555555"/>
              </a:solidFill>
              <a:effectLst/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3C5C4-6CC1-4D77-BC13-7F124B67AB0D}"/>
              </a:ext>
            </a:extLst>
          </p:cNvPr>
          <p:cNvSpPr txBox="1"/>
          <p:nvPr/>
        </p:nvSpPr>
        <p:spPr>
          <a:xfrm>
            <a:off x="270352" y="2100437"/>
            <a:ext cx="641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accent4"/>
                </a:solidFill>
                <a:latin typeface="안상수2006가는"/>
                <a:ea typeface="안상수2006가는"/>
              </a:rPr>
              <a:t>■</a:t>
            </a:r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0AEB66B-FACC-429E-A3E3-BD4015573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2" y="2705224"/>
            <a:ext cx="3985605" cy="14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4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6"/>
            <a:ext cx="4433167" cy="1929454"/>
            <a:chOff x="527768" y="1560896"/>
            <a:chExt cx="5187232" cy="2083905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14"/>
              <a:ext cx="5101690" cy="585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고생하셨습니다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6"/>
              <a:ext cx="4338897" cy="1415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E N</a:t>
              </a:r>
              <a:r>
                <a:rPr lang="ko-KR" altLang="en-US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 </a:t>
              </a: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D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172</Words>
  <Application>Microsoft Office PowerPoint</Application>
  <PresentationFormat>와이드스크린</PresentationFormat>
  <Paragraphs>115</Paragraphs>
  <Slides>22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Noto Sans Demilight</vt:lpstr>
      <vt:lpstr>Noto Sans KR</vt:lpstr>
      <vt:lpstr>나눔고딕</vt:lpstr>
      <vt:lpstr>나눔스퀘어라운드 Regular</vt:lpstr>
      <vt:lpstr>안상수2006가는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276</cp:revision>
  <dcterms:created xsi:type="dcterms:W3CDTF">2015-07-07T04:48:58Z</dcterms:created>
  <dcterms:modified xsi:type="dcterms:W3CDTF">2022-03-15T08:12:56Z</dcterms:modified>
  <cp:version>1000.0000.01</cp:version>
</cp:coreProperties>
</file>