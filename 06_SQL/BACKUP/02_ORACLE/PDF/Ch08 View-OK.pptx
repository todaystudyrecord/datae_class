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6" r:id="rId1"/>
  </p:sldMasterIdLst>
  <p:notesMasterIdLst>
    <p:notesMasterId r:id="rId12"/>
  </p:notesMasterIdLst>
  <p:sldIdLst>
    <p:sldId id="256" r:id="rId2"/>
    <p:sldId id="275" r:id="rId3"/>
    <p:sldId id="276" r:id="rId4"/>
    <p:sldId id="282" r:id="rId5"/>
    <p:sldId id="283" r:id="rId6"/>
    <p:sldId id="284" r:id="rId7"/>
    <p:sldId id="285" r:id="rId8"/>
    <p:sldId id="286" r:id="rId9"/>
    <p:sldId id="287" r:id="rId10"/>
    <p:sldId id="281" r:id="rId1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77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  <p:ext uri="ACF4677E-8BD2-47ae-8A1F-98590045965D">
      <hp:hncThemeShow xmlns="" xmlns:c="http://schemas.openxmlformats.org/drawingml/2006/chart" xmlns:dgm="http://schemas.openxmlformats.org/drawingml/2006/diagram" xmlns:dsp="http://schemas.microsoft.com/office/drawing/2008/diagram" xmlns:hp="http://schemas.haansoft.com/office/presentation/8.0" themeShowType="1" themeSkinType="1" themeTransitionType="1" useThemeTransition="1" byMouseClick="1" attrType="1" dur="200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1A66EDD-3DAB-4C5B-A090-DC80EC1FD486}" styleName="Normal Style 1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lum val="9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lum val="8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lum val="8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064" autoAdjust="0"/>
    <p:restoredTop sz="84426"/>
  </p:normalViewPr>
  <p:slideViewPr>
    <p:cSldViewPr snapToGrid="0" showGuides="1">
      <p:cViewPr varScale="1">
        <p:scale>
          <a:sx n="69" d="100"/>
          <a:sy n="69" d="100"/>
        </p:scale>
        <p:origin x="1704" y="72"/>
      </p:cViewPr>
      <p:guideLst>
        <p:guide orient="horz" pos="2177"/>
        <p:guide pos="3840"/>
      </p:guideLst>
    </p:cSldViewPr>
  </p:slideViewPr>
  <p:notesTextViewPr>
    <p:cViewPr>
      <p:scale>
        <a:sx n="115" d="100"/>
        <a:sy n="115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E2B2BC9D-A816-4D0A-858B-1D023B3A8ACA}" type="datetime1">
              <a:rPr lang="ko-KR" altLang="en-US"/>
              <a:pPr lvl="0">
                <a:defRPr/>
              </a:pPr>
              <a:t>2022-04-30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>
            <a:noAutofit/>
          </a:bodyPr>
          <a:lstStyle/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09F4262C-968C-4EE9-8164-CE16364706B3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en-US" altLang="en-US"/>
              <a:pPr lvl="0">
                <a:defRPr/>
              </a:pPr>
              <a:t>3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en-US" altLang="en-US"/>
              <a:pPr lvl="0">
                <a:defRPr/>
              </a:pPr>
              <a:t>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8973692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en-US" altLang="en-US"/>
              <a:pPr lvl="0">
                <a:defRPr/>
              </a:pPr>
              <a:t>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598136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en-US" altLang="en-US"/>
              <a:pPr lvl="0">
                <a:defRPr/>
              </a:pPr>
              <a:t>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839211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en-US" altLang="en-US"/>
              <a:pPr lvl="0">
                <a:defRPr/>
              </a:pPr>
              <a:t>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9024568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en-US" altLang="en-US"/>
              <a:pPr lvl="0">
                <a:defRPr/>
              </a:pPr>
              <a:t>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4021456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en-US" altLang="en-US"/>
              <a:pPr lvl="0">
                <a:defRPr/>
              </a:pPr>
              <a:t>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109200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7D0C1-D5FE-48CB-AEB6-E9E3D1C2E343}" type="datetimeFigureOut">
              <a:rPr lang="ko-KR" altLang="en-US" smtClean="0"/>
              <a:t>2022-04-30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5AC3A-BA06-4AE0-833B-7241F9EB1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23638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7D0C1-D5FE-48CB-AEB6-E9E3D1C2E343}" type="datetimeFigureOut">
              <a:rPr lang="ko-KR" altLang="en-US" smtClean="0"/>
              <a:t>2022-04-30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5AC3A-BA06-4AE0-833B-7241F9EB1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63301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7D0C1-D5FE-48CB-AEB6-E9E3D1C2E343}" type="datetimeFigureOut">
              <a:rPr lang="ko-KR" altLang="en-US" smtClean="0"/>
              <a:t>2022-04-30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5AC3A-BA06-4AE0-833B-7241F9EB1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57222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7D0C1-D5FE-48CB-AEB6-E9E3D1C2E343}" type="datetimeFigureOut">
              <a:rPr lang="ko-KR" altLang="en-US" smtClean="0"/>
              <a:t>2022-04-30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5AC3A-BA06-4AE0-833B-7241F9EB1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598379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7D0C1-D5FE-48CB-AEB6-E9E3D1C2E343}" type="datetimeFigureOut">
              <a:rPr lang="ko-KR" altLang="en-US" smtClean="0"/>
              <a:t>2022-04-30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5AC3A-BA06-4AE0-833B-7241F9EB1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16390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7D0C1-D5FE-48CB-AEB6-E9E3D1C2E343}" type="datetimeFigureOut">
              <a:rPr lang="ko-KR" altLang="en-US" smtClean="0"/>
              <a:t>2022-04-30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5AC3A-BA06-4AE0-833B-7241F9EB1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75375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7D0C1-D5FE-48CB-AEB6-E9E3D1C2E343}" type="datetimeFigureOut">
              <a:rPr lang="ko-KR" altLang="en-US" smtClean="0"/>
              <a:t>2022-04-30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5AC3A-BA06-4AE0-833B-7241F9EB1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529816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7D0C1-D5FE-48CB-AEB6-E9E3D1C2E343}" type="datetimeFigureOut">
              <a:rPr lang="ko-KR" altLang="en-US" smtClean="0"/>
              <a:t>2022-04-30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5AC3A-BA06-4AE0-833B-7241F9EB1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279758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7D0C1-D5FE-48CB-AEB6-E9E3D1C2E343}" type="datetimeFigureOut">
              <a:rPr lang="ko-KR" altLang="en-US" smtClean="0"/>
              <a:t>2022-04-30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5AC3A-BA06-4AE0-833B-7241F9EB1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89474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7D0C1-D5FE-48CB-AEB6-E9E3D1C2E343}" type="datetimeFigureOut">
              <a:rPr lang="ko-KR" altLang="en-US" smtClean="0"/>
              <a:t>2022-04-30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5AC3A-BA06-4AE0-833B-7241F9EB1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17228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7D0C1-D5FE-48CB-AEB6-E9E3D1C2E343}" type="datetimeFigureOut">
              <a:rPr lang="ko-KR" altLang="en-US" smtClean="0"/>
              <a:t>2022-04-30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5AC3A-BA06-4AE0-833B-7241F9EB1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2984043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1">
              <a:rPr lang="en-US"/>
              <a:pPr>
                <a:defRPr/>
              </a:pPr>
              <a:t>4/30/2022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Office 테마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fld id="{3AC7D0C1-D5FE-48CB-AEB6-E9E3D1C2E343}" type="datetime1">
              <a:rPr lang="ko-KR" altLang="en-US"/>
              <a:pPr lvl="0">
                <a:defRPr/>
              </a:pPr>
              <a:t>2022-04-30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fld id="{F5B5AC3A-BA06-4AE0-833B-7241F9EB1D02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  <p:sp>
        <p:nvSpPr>
          <p:cNvPr id="7" name="TextBox 6"/>
          <p:cNvSpPr txBox="1"/>
          <p:nvPr userDrawn="1"/>
        </p:nvSpPr>
        <p:spPr>
          <a:xfrm>
            <a:off x="9776459" y="6505575"/>
            <a:ext cx="2345469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/>
            </a:pPr>
            <a:r>
              <a:rPr lang="en-US" altLang="ko-KR" sz="800">
                <a:solidFill>
                  <a:schemeClr val="accent4"/>
                </a:solidFill>
                <a:latin typeface="+mn-ea"/>
              </a:rPr>
              <a:t>Copyrightⓒ. Saebyeol Yu. All Rights Reserved.</a:t>
            </a:r>
            <a:endParaRPr lang="ko-KR" altLang="en-US" sz="800">
              <a:solidFill>
                <a:schemeClr val="accent4"/>
              </a:solidFill>
              <a:latin typeface="+mn-ea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</p:sldLayoutIdLst>
  <p:transition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5" name="직선 연결선 64"/>
          <p:cNvCxnSpPr/>
          <p:nvPr/>
        </p:nvCxnSpPr>
        <p:spPr>
          <a:xfrm>
            <a:off x="611663" y="3456445"/>
            <a:ext cx="6046576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7" name="그룹 2"/>
          <p:cNvGrpSpPr/>
          <p:nvPr/>
        </p:nvGrpSpPr>
        <p:grpSpPr>
          <a:xfrm>
            <a:off x="7704760" y="1108112"/>
            <a:ext cx="2910665" cy="2941837"/>
            <a:chOff x="8307536" y="513343"/>
            <a:chExt cx="3656577" cy="3695737"/>
          </a:xfrm>
        </p:grpSpPr>
        <p:sp>
          <p:nvSpPr>
            <p:cNvPr id="68" name="이등변 삼각형 7"/>
            <p:cNvSpPr/>
            <p:nvPr/>
          </p:nvSpPr>
          <p:spPr>
            <a:xfrm rot="5400000">
              <a:off x="10712131" y="832233"/>
              <a:ext cx="1344721" cy="1159242"/>
            </a:xfrm>
            <a:prstGeom prst="triangle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69" name="이등변 삼각형 8"/>
            <p:cNvSpPr/>
            <p:nvPr/>
          </p:nvSpPr>
          <p:spPr>
            <a:xfrm rot="16200000" flipH="1">
              <a:off x="9326503" y="606083"/>
              <a:ext cx="1344721" cy="1159242"/>
            </a:xfrm>
            <a:prstGeom prst="triangle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70" name="이등변 삼각형 9"/>
            <p:cNvSpPr/>
            <p:nvPr/>
          </p:nvSpPr>
          <p:spPr>
            <a:xfrm rot="5400000">
              <a:off x="9574196" y="1657339"/>
              <a:ext cx="1344721" cy="1159242"/>
            </a:xfrm>
            <a:prstGeom prst="triangle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71" name="이등변 삼각형 11"/>
            <p:cNvSpPr/>
            <p:nvPr/>
          </p:nvSpPr>
          <p:spPr>
            <a:xfrm rot="16200000">
              <a:off x="9812602" y="2403102"/>
              <a:ext cx="1344720" cy="1159242"/>
            </a:xfrm>
            <a:prstGeom prst="triangle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72" name="이등변 삼각형 12"/>
            <p:cNvSpPr/>
            <p:nvPr/>
          </p:nvSpPr>
          <p:spPr>
            <a:xfrm rot="5400000" flipH="1">
              <a:off x="9232981" y="2957100"/>
              <a:ext cx="1344720" cy="1159242"/>
            </a:xfrm>
            <a:prstGeom prst="triangle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73" name="이등변 삼각형 13"/>
            <p:cNvSpPr/>
            <p:nvPr/>
          </p:nvSpPr>
          <p:spPr>
            <a:xfrm rot="16200000">
              <a:off x="8214797" y="1555441"/>
              <a:ext cx="1344720" cy="1159242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</p:grpSp>
      <p:sp>
        <p:nvSpPr>
          <p:cNvPr id="75" name="TextBox 17"/>
          <p:cNvSpPr txBox="1"/>
          <p:nvPr/>
        </p:nvSpPr>
        <p:spPr>
          <a:xfrm>
            <a:off x="442656" y="2299661"/>
            <a:ext cx="7323663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6000" b="1" spc="-150">
                <a:solidFill>
                  <a:srgbClr val="595959"/>
                </a:solidFill>
                <a:latin typeface="+mj-lt"/>
                <a:ea typeface="THE명품고딕L"/>
              </a:rPr>
              <a:t>VIEW</a:t>
            </a:r>
            <a:endParaRPr lang="ko-KR" altLang="en-US" sz="6000" b="1" spc="-150" dirty="0">
              <a:solidFill>
                <a:srgbClr val="595959"/>
              </a:solidFill>
              <a:latin typeface="+mj-lt"/>
              <a:ea typeface="THE명품고딕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그룹 2"/>
          <p:cNvGrpSpPr/>
          <p:nvPr/>
        </p:nvGrpSpPr>
        <p:grpSpPr>
          <a:xfrm>
            <a:off x="8117036" y="513343"/>
            <a:ext cx="3656577" cy="3695738"/>
            <a:chOff x="8307536" y="513343"/>
            <a:chExt cx="3656577" cy="3695738"/>
          </a:xfrm>
        </p:grpSpPr>
        <p:sp>
          <p:nvSpPr>
            <p:cNvPr id="8" name="이등변 삼각형 7"/>
            <p:cNvSpPr/>
            <p:nvPr/>
          </p:nvSpPr>
          <p:spPr>
            <a:xfrm rot="5400000">
              <a:off x="10712131" y="832233"/>
              <a:ext cx="1344721" cy="1159242"/>
            </a:xfrm>
            <a:prstGeom prst="triangle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9" name="이등변 삼각형 8"/>
            <p:cNvSpPr/>
            <p:nvPr/>
          </p:nvSpPr>
          <p:spPr>
            <a:xfrm rot="16200000" flipH="1">
              <a:off x="9326503" y="606083"/>
              <a:ext cx="1344721" cy="1159242"/>
            </a:xfrm>
            <a:prstGeom prst="triangle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10" name="이등변 삼각형 9"/>
            <p:cNvSpPr/>
            <p:nvPr/>
          </p:nvSpPr>
          <p:spPr>
            <a:xfrm rot="5400000">
              <a:off x="9574196" y="1657339"/>
              <a:ext cx="1344721" cy="1159242"/>
            </a:xfrm>
            <a:prstGeom prst="triangle">
              <a:avLst>
                <a:gd name="adj" fmla="val 50000"/>
              </a:avLst>
            </a:prstGeom>
            <a:solidFill>
              <a:schemeClr val="accent3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12" name="이등변 삼각형 11"/>
            <p:cNvSpPr/>
            <p:nvPr/>
          </p:nvSpPr>
          <p:spPr>
            <a:xfrm rot="16200000">
              <a:off x="9812602" y="2403102"/>
              <a:ext cx="1344720" cy="1159242"/>
            </a:xfrm>
            <a:prstGeom prst="triangle">
              <a:avLst>
                <a:gd name="adj" fmla="val 50000"/>
              </a:avLst>
            </a:prstGeom>
            <a:solidFill>
              <a:schemeClr val="bg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13" name="이등변 삼각형 12"/>
            <p:cNvSpPr/>
            <p:nvPr/>
          </p:nvSpPr>
          <p:spPr>
            <a:xfrm rot="5400000" flipH="1">
              <a:off x="9232981" y="2957100"/>
              <a:ext cx="1344720" cy="1159242"/>
            </a:xfrm>
            <a:prstGeom prst="triangle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14" name="이등변 삼각형 13"/>
            <p:cNvSpPr/>
            <p:nvPr/>
          </p:nvSpPr>
          <p:spPr>
            <a:xfrm rot="16200000">
              <a:off x="8214797" y="1555441"/>
              <a:ext cx="1344720" cy="1159242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</p:grpSp>
      <p:grpSp>
        <p:nvGrpSpPr>
          <p:cNvPr id="6" name="그룹 5"/>
          <p:cNvGrpSpPr/>
          <p:nvPr/>
        </p:nvGrpSpPr>
        <p:grpSpPr>
          <a:xfrm>
            <a:off x="527769" y="2211262"/>
            <a:ext cx="5187231" cy="1873058"/>
            <a:chOff x="527769" y="1728426"/>
            <a:chExt cx="5187231" cy="1873058"/>
          </a:xfrm>
        </p:grpSpPr>
        <p:sp>
          <p:nvSpPr>
            <p:cNvPr id="18" name="TextBox 17"/>
            <p:cNvSpPr txBox="1"/>
            <p:nvPr/>
          </p:nvSpPr>
          <p:spPr>
            <a:xfrm>
              <a:off x="558059" y="3058923"/>
              <a:ext cx="1676506" cy="54256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>
                <a:defRPr/>
              </a:pPr>
              <a:r>
                <a:rPr lang="en-US" altLang="ko-KR" sz="3000" b="1" spc="-150">
                  <a:solidFill>
                    <a:schemeClr val="bg1">
                      <a:alpha val="70000"/>
                    </a:schemeClr>
                  </a:solidFill>
                  <a:latin typeface="+mj-lt"/>
                  <a:ea typeface="THE명품고딕L"/>
                </a:rPr>
                <a:t>VIEW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527769" y="1728426"/>
              <a:ext cx="3164121" cy="1301558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lvl="0">
                <a:defRPr/>
              </a:pPr>
              <a:r>
                <a:rPr lang="en-US" altLang="ko-KR" sz="8000" b="1" spc="-150" dirty="0">
                  <a:solidFill>
                    <a:schemeClr val="accent2">
                      <a:lumMod val="60000"/>
                      <a:lumOff val="40000"/>
                      <a:alpha val="70000"/>
                    </a:schemeClr>
                  </a:solidFill>
                  <a:latin typeface="+mj-lt"/>
                  <a:ea typeface="THE명품고딕L"/>
                </a:rPr>
                <a:t>Part 3.</a:t>
              </a:r>
            </a:p>
          </p:txBody>
        </p:sp>
        <p:cxnSp>
          <p:nvCxnSpPr>
            <p:cNvPr id="5" name="직선 연결선 4"/>
            <p:cNvCxnSpPr/>
            <p:nvPr/>
          </p:nvCxnSpPr>
          <p:spPr>
            <a:xfrm>
              <a:off x="635000" y="2946400"/>
              <a:ext cx="50800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" name="직사각형 18"/>
          <p:cNvSpPr/>
          <p:nvPr/>
        </p:nvSpPr>
        <p:spPr>
          <a:xfrm>
            <a:off x="9820275" y="6491287"/>
            <a:ext cx="2247900" cy="238125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/>
          </a:p>
        </p:txBody>
      </p:sp>
      <p:pic>
        <p:nvPicPr>
          <p:cNvPr id="20" name="그림 19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8953048" y="6334052"/>
            <a:ext cx="3238952" cy="52394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/>
        </p:nvSpPr>
        <p:spPr>
          <a:xfrm>
            <a:off x="0" y="0"/>
            <a:ext cx="12192000" cy="16383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cxnSp>
        <p:nvCxnSpPr>
          <p:cNvPr id="2" name="직선 연결선 1"/>
          <p:cNvCxnSpPr/>
          <p:nvPr/>
        </p:nvCxnSpPr>
        <p:spPr>
          <a:xfrm>
            <a:off x="139700" y="491296"/>
            <a:ext cx="1993900" cy="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101599" y="158119"/>
            <a:ext cx="837566" cy="297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1400" spc="-150">
                <a:solidFill>
                  <a:schemeClr val="accent4"/>
                </a:solidFill>
              </a:rPr>
              <a:t>chaper 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4310" y="661919"/>
            <a:ext cx="641133" cy="57442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/>
            </a:pPr>
            <a:r>
              <a:rPr lang="en-US" altLang="ko-KR" sz="3200" b="1">
                <a:solidFill>
                  <a:schemeClr val="accent4"/>
                </a:solidFill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3654" y="654596"/>
            <a:ext cx="1027269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3000" spc="-150" dirty="0">
                <a:solidFill>
                  <a:schemeClr val="accent4"/>
                </a:solidFill>
                <a:latin typeface="+mj-ea"/>
                <a:ea typeface="+mj-ea"/>
              </a:rPr>
              <a:t>VIEW</a:t>
            </a:r>
            <a:endParaRPr lang="ko-KR" altLang="en-US" sz="3000" spc="-150" dirty="0">
              <a:solidFill>
                <a:schemeClr val="accent4"/>
              </a:solidFill>
              <a:latin typeface="+mj-ea"/>
              <a:ea typeface="+mj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104776" y="1746429"/>
            <a:ext cx="11963400" cy="4949646"/>
          </a:xfrm>
          <a:prstGeom prst="rect">
            <a:avLst/>
          </a:prstGeom>
          <a:solidFill>
            <a:schemeClr val="lt1"/>
          </a:solidFill>
          <a:ln>
            <a:solidFill>
              <a:schemeClr val="lt1"/>
            </a:solidFill>
          </a:ln>
        </p:spPr>
        <p:style>
          <a:lnRef idx="2">
            <a:schemeClr val="accent3">
              <a:shade val="2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/>
          </a:p>
        </p:txBody>
      </p:sp>
      <p:pic>
        <p:nvPicPr>
          <p:cNvPr id="7" name="그림 6" descr="텍스트이(가) 표시된 사진&#10;&#10;자동 생성된 설명">
            <a:extLst>
              <a:ext uri="{FF2B5EF4-FFF2-40B4-BE49-F238E27FC236}">
                <a16:creationId xmlns:a16="http://schemas.microsoft.com/office/drawing/2014/main" id="{8BBABB02-E0F3-4013-97C8-8670CBC635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599" y="1692365"/>
            <a:ext cx="9589445" cy="505777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직선 연결선 1"/>
          <p:cNvCxnSpPr/>
          <p:nvPr/>
        </p:nvCxnSpPr>
        <p:spPr>
          <a:xfrm>
            <a:off x="139700" y="491296"/>
            <a:ext cx="1993900" cy="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101599" y="158119"/>
            <a:ext cx="837566" cy="297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1400" spc="-150">
                <a:solidFill>
                  <a:schemeClr val="accent4"/>
                </a:solidFill>
              </a:rPr>
              <a:t>chaper 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4310" y="661919"/>
            <a:ext cx="641133" cy="57442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/>
            </a:pPr>
            <a:r>
              <a:rPr lang="en-US" altLang="ko-KR" sz="3200" b="1">
                <a:solidFill>
                  <a:schemeClr val="accent4"/>
                </a:solidFill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3654" y="654596"/>
            <a:ext cx="1027269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3000" spc="-150" dirty="0">
                <a:solidFill>
                  <a:schemeClr val="accent4"/>
                </a:solidFill>
                <a:latin typeface="+mj-ea"/>
                <a:ea typeface="+mj-ea"/>
              </a:rPr>
              <a:t>VIEW</a:t>
            </a:r>
            <a:endParaRPr lang="ko-KR" altLang="en-US" sz="3000" spc="-150" dirty="0">
              <a:solidFill>
                <a:schemeClr val="accent4"/>
              </a:solidFill>
              <a:latin typeface="+mj-ea"/>
              <a:ea typeface="+mj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104776" y="1746429"/>
            <a:ext cx="11963400" cy="4949646"/>
          </a:xfrm>
          <a:prstGeom prst="rect">
            <a:avLst/>
          </a:prstGeom>
          <a:solidFill>
            <a:schemeClr val="lt1"/>
          </a:solidFill>
          <a:ln>
            <a:solidFill>
              <a:schemeClr val="lt1"/>
            </a:solidFill>
          </a:ln>
        </p:spPr>
        <p:style>
          <a:lnRef idx="2">
            <a:schemeClr val="accent3">
              <a:shade val="2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/>
          </a:p>
        </p:txBody>
      </p:sp>
      <p:pic>
        <p:nvPicPr>
          <p:cNvPr id="7" name="그림 6" descr="텍스트이(가) 표시된 사진&#10;&#10;자동 생성된 설명">
            <a:extLst>
              <a:ext uri="{FF2B5EF4-FFF2-40B4-BE49-F238E27FC236}">
                <a16:creationId xmlns:a16="http://schemas.microsoft.com/office/drawing/2014/main" id="{3F76D7C5-890B-406D-8BDA-5925A1EBFAA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4856"/>
            <a:ext cx="8605231" cy="6803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20646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/>
        </p:nvSpPr>
        <p:spPr>
          <a:xfrm>
            <a:off x="0" y="0"/>
            <a:ext cx="12192000" cy="16383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cxnSp>
        <p:nvCxnSpPr>
          <p:cNvPr id="2" name="직선 연결선 1"/>
          <p:cNvCxnSpPr/>
          <p:nvPr/>
        </p:nvCxnSpPr>
        <p:spPr>
          <a:xfrm>
            <a:off x="139700" y="491296"/>
            <a:ext cx="1993900" cy="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101599" y="158119"/>
            <a:ext cx="837566" cy="297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1400" spc="-150">
                <a:solidFill>
                  <a:schemeClr val="accent4"/>
                </a:solidFill>
              </a:rPr>
              <a:t>chaper 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4310" y="661919"/>
            <a:ext cx="641133" cy="57442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/>
            </a:pPr>
            <a:r>
              <a:rPr lang="en-US" altLang="ko-KR" sz="3200" b="1">
                <a:solidFill>
                  <a:schemeClr val="accent4"/>
                </a:solidFill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3654" y="654596"/>
            <a:ext cx="1027269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3000" spc="-150" dirty="0">
                <a:solidFill>
                  <a:schemeClr val="accent4"/>
                </a:solidFill>
                <a:latin typeface="+mj-ea"/>
                <a:ea typeface="+mj-ea"/>
              </a:rPr>
              <a:t>VIEW</a:t>
            </a:r>
            <a:endParaRPr lang="ko-KR" altLang="en-US" sz="3000" spc="-150" dirty="0">
              <a:solidFill>
                <a:schemeClr val="accent4"/>
              </a:solidFill>
              <a:latin typeface="+mj-ea"/>
              <a:ea typeface="+mj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104776" y="1746429"/>
            <a:ext cx="11963400" cy="4949646"/>
          </a:xfrm>
          <a:prstGeom prst="rect">
            <a:avLst/>
          </a:prstGeom>
          <a:solidFill>
            <a:schemeClr val="lt1"/>
          </a:solidFill>
          <a:ln>
            <a:solidFill>
              <a:schemeClr val="lt1"/>
            </a:solidFill>
          </a:ln>
        </p:spPr>
        <p:style>
          <a:lnRef idx="2">
            <a:schemeClr val="accent3">
              <a:shade val="2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/>
          </a:p>
        </p:txBody>
      </p:sp>
      <p:pic>
        <p:nvPicPr>
          <p:cNvPr id="7" name="그림 6" descr="텍스트이(가) 표시된 사진&#10;&#10;자동 생성된 설명">
            <a:extLst>
              <a:ext uri="{FF2B5EF4-FFF2-40B4-BE49-F238E27FC236}">
                <a16:creationId xmlns:a16="http://schemas.microsoft.com/office/drawing/2014/main" id="{EAF752D4-9AA5-4B91-97F9-55B656A6D00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386"/>
          <a:stretch/>
        </p:blipFill>
        <p:spPr>
          <a:xfrm>
            <a:off x="0" y="1638299"/>
            <a:ext cx="7828156" cy="5219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69702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/>
        </p:nvSpPr>
        <p:spPr>
          <a:xfrm>
            <a:off x="0" y="0"/>
            <a:ext cx="12192000" cy="16383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cxnSp>
        <p:nvCxnSpPr>
          <p:cNvPr id="2" name="직선 연결선 1"/>
          <p:cNvCxnSpPr/>
          <p:nvPr/>
        </p:nvCxnSpPr>
        <p:spPr>
          <a:xfrm>
            <a:off x="139700" y="491296"/>
            <a:ext cx="1993900" cy="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101599" y="158119"/>
            <a:ext cx="837566" cy="297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1400" spc="-150">
                <a:solidFill>
                  <a:schemeClr val="accent4"/>
                </a:solidFill>
              </a:rPr>
              <a:t>chaper 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4310" y="661919"/>
            <a:ext cx="641133" cy="57442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/>
            </a:pPr>
            <a:r>
              <a:rPr lang="en-US" altLang="ko-KR" sz="3200" b="1">
                <a:solidFill>
                  <a:schemeClr val="accent4"/>
                </a:solidFill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3654" y="654596"/>
            <a:ext cx="1027269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3000" spc="-150" dirty="0">
                <a:solidFill>
                  <a:schemeClr val="accent4"/>
                </a:solidFill>
                <a:latin typeface="+mj-ea"/>
                <a:ea typeface="+mj-ea"/>
              </a:rPr>
              <a:t>VIEW</a:t>
            </a:r>
            <a:endParaRPr lang="ko-KR" altLang="en-US" sz="3000" spc="-150" dirty="0">
              <a:solidFill>
                <a:schemeClr val="accent4"/>
              </a:solidFill>
              <a:latin typeface="+mj-ea"/>
              <a:ea typeface="+mj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104776" y="1746429"/>
            <a:ext cx="11963400" cy="4949646"/>
          </a:xfrm>
          <a:prstGeom prst="rect">
            <a:avLst/>
          </a:prstGeom>
          <a:solidFill>
            <a:schemeClr val="lt1"/>
          </a:solidFill>
          <a:ln>
            <a:solidFill>
              <a:schemeClr val="lt1"/>
            </a:solidFill>
          </a:ln>
        </p:spPr>
        <p:style>
          <a:lnRef idx="2">
            <a:schemeClr val="accent3">
              <a:shade val="2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/>
          </a:p>
        </p:txBody>
      </p:sp>
      <p:pic>
        <p:nvPicPr>
          <p:cNvPr id="7" name="그림 6" descr="텍스트이(가) 표시된 사진&#10;&#10;자동 생성된 설명">
            <a:extLst>
              <a:ext uri="{FF2B5EF4-FFF2-40B4-BE49-F238E27FC236}">
                <a16:creationId xmlns:a16="http://schemas.microsoft.com/office/drawing/2014/main" id="{835D5F1E-0A1B-429B-9F34-576B2B65E54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92" y="1638300"/>
            <a:ext cx="11518268" cy="4728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92155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직선 연결선 1"/>
          <p:cNvCxnSpPr/>
          <p:nvPr/>
        </p:nvCxnSpPr>
        <p:spPr>
          <a:xfrm>
            <a:off x="139700" y="491296"/>
            <a:ext cx="1993900" cy="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101599" y="158119"/>
            <a:ext cx="837566" cy="297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1400" spc="-150">
                <a:solidFill>
                  <a:schemeClr val="accent4"/>
                </a:solidFill>
              </a:rPr>
              <a:t>chaper 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4310" y="661919"/>
            <a:ext cx="641133" cy="57442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/>
            </a:pPr>
            <a:r>
              <a:rPr lang="en-US" altLang="ko-KR" sz="3200" b="1">
                <a:solidFill>
                  <a:schemeClr val="accent4"/>
                </a:solidFill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3654" y="654596"/>
            <a:ext cx="1027269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3000" spc="-150" dirty="0">
                <a:solidFill>
                  <a:schemeClr val="accent4"/>
                </a:solidFill>
                <a:latin typeface="+mj-ea"/>
                <a:ea typeface="+mj-ea"/>
              </a:rPr>
              <a:t>VIEW</a:t>
            </a:r>
            <a:endParaRPr lang="ko-KR" altLang="en-US" sz="3000" spc="-150" dirty="0">
              <a:solidFill>
                <a:schemeClr val="accent4"/>
              </a:solidFill>
              <a:latin typeface="+mj-ea"/>
              <a:ea typeface="+mj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104776" y="1746429"/>
            <a:ext cx="11963400" cy="4949646"/>
          </a:xfrm>
          <a:prstGeom prst="rect">
            <a:avLst/>
          </a:prstGeom>
          <a:solidFill>
            <a:schemeClr val="lt1"/>
          </a:solidFill>
          <a:ln>
            <a:solidFill>
              <a:schemeClr val="lt1"/>
            </a:solidFill>
          </a:ln>
        </p:spPr>
        <p:style>
          <a:lnRef idx="2">
            <a:schemeClr val="accent3">
              <a:shade val="2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/>
          </a:p>
        </p:txBody>
      </p:sp>
      <p:pic>
        <p:nvPicPr>
          <p:cNvPr id="7" name="그림 6" descr="텍스트이(가) 표시된 사진&#10;&#10;자동 생성된 설명">
            <a:extLst>
              <a:ext uri="{FF2B5EF4-FFF2-40B4-BE49-F238E27FC236}">
                <a16:creationId xmlns:a16="http://schemas.microsoft.com/office/drawing/2014/main" id="{A2437463-8E82-4C59-AA92-655B3EB6BC4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77" y="20504"/>
            <a:ext cx="6958361" cy="6837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23758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직사각형 10">
            <a:extLst>
              <a:ext uri="{FF2B5EF4-FFF2-40B4-BE49-F238E27FC236}">
                <a16:creationId xmlns:a16="http://schemas.microsoft.com/office/drawing/2014/main" id="{BC58DBFA-C221-4A7C-B560-F06D6F54B738}"/>
              </a:ext>
            </a:extLst>
          </p:cNvPr>
          <p:cNvSpPr/>
          <p:nvPr/>
        </p:nvSpPr>
        <p:spPr>
          <a:xfrm>
            <a:off x="0" y="0"/>
            <a:ext cx="12192000" cy="16383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cxnSp>
        <p:nvCxnSpPr>
          <p:cNvPr id="2" name="직선 연결선 1"/>
          <p:cNvCxnSpPr/>
          <p:nvPr/>
        </p:nvCxnSpPr>
        <p:spPr>
          <a:xfrm>
            <a:off x="139700" y="491296"/>
            <a:ext cx="1993900" cy="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101599" y="158119"/>
            <a:ext cx="837566" cy="297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1400" spc="-150">
                <a:solidFill>
                  <a:schemeClr val="accent4"/>
                </a:solidFill>
              </a:rPr>
              <a:t>chaper 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4310" y="661919"/>
            <a:ext cx="641133" cy="57442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/>
            </a:pPr>
            <a:r>
              <a:rPr lang="en-US" altLang="ko-KR" sz="3200" b="1">
                <a:solidFill>
                  <a:schemeClr val="accent4"/>
                </a:solidFill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3654" y="654596"/>
            <a:ext cx="1027269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3000" spc="-150" dirty="0">
                <a:solidFill>
                  <a:schemeClr val="accent4"/>
                </a:solidFill>
                <a:latin typeface="+mj-ea"/>
                <a:ea typeface="+mj-ea"/>
              </a:rPr>
              <a:t>VIEW</a:t>
            </a:r>
            <a:endParaRPr lang="ko-KR" altLang="en-US" sz="3000" spc="-150" dirty="0">
              <a:solidFill>
                <a:schemeClr val="accent4"/>
              </a:solidFill>
              <a:latin typeface="+mj-ea"/>
              <a:ea typeface="+mj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104776" y="1746429"/>
            <a:ext cx="11963400" cy="4949646"/>
          </a:xfrm>
          <a:prstGeom prst="rect">
            <a:avLst/>
          </a:prstGeom>
          <a:solidFill>
            <a:schemeClr val="lt1"/>
          </a:solidFill>
          <a:ln>
            <a:solidFill>
              <a:schemeClr val="lt1"/>
            </a:solidFill>
          </a:ln>
        </p:spPr>
        <p:style>
          <a:lnRef idx="2">
            <a:schemeClr val="accent3">
              <a:shade val="2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/>
          </a:p>
        </p:txBody>
      </p:sp>
      <p:pic>
        <p:nvPicPr>
          <p:cNvPr id="8" name="그림 7" descr="텍스트이(가) 표시된 사진&#10;&#10;자동 생성된 설명">
            <a:extLst>
              <a:ext uri="{FF2B5EF4-FFF2-40B4-BE49-F238E27FC236}">
                <a16:creationId xmlns:a16="http://schemas.microsoft.com/office/drawing/2014/main" id="{78529A0E-5AE6-45B6-B970-647A49B9990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09" y="1674300"/>
            <a:ext cx="9444051" cy="4692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73428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직사각형 10">
            <a:extLst>
              <a:ext uri="{FF2B5EF4-FFF2-40B4-BE49-F238E27FC236}">
                <a16:creationId xmlns:a16="http://schemas.microsoft.com/office/drawing/2014/main" id="{BC58DBFA-C221-4A7C-B560-F06D6F54B738}"/>
              </a:ext>
            </a:extLst>
          </p:cNvPr>
          <p:cNvSpPr/>
          <p:nvPr/>
        </p:nvSpPr>
        <p:spPr>
          <a:xfrm>
            <a:off x="0" y="0"/>
            <a:ext cx="12192000" cy="16383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cxnSp>
        <p:nvCxnSpPr>
          <p:cNvPr id="2" name="직선 연결선 1"/>
          <p:cNvCxnSpPr/>
          <p:nvPr/>
        </p:nvCxnSpPr>
        <p:spPr>
          <a:xfrm>
            <a:off x="139700" y="491296"/>
            <a:ext cx="1993900" cy="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101599" y="158119"/>
            <a:ext cx="837566" cy="297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1400" spc="-150">
                <a:solidFill>
                  <a:schemeClr val="accent4"/>
                </a:solidFill>
              </a:rPr>
              <a:t>chaper 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4310" y="661919"/>
            <a:ext cx="641133" cy="57442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/>
            </a:pPr>
            <a:r>
              <a:rPr lang="en-US" altLang="ko-KR" sz="3200" b="1">
                <a:solidFill>
                  <a:schemeClr val="accent4"/>
                </a:solidFill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3654" y="654596"/>
            <a:ext cx="1027269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3000" spc="-150" dirty="0">
                <a:solidFill>
                  <a:schemeClr val="accent4"/>
                </a:solidFill>
                <a:latin typeface="+mj-ea"/>
                <a:ea typeface="+mj-ea"/>
              </a:rPr>
              <a:t>VIEW</a:t>
            </a:r>
            <a:endParaRPr lang="ko-KR" altLang="en-US" sz="3000" spc="-150" dirty="0">
              <a:solidFill>
                <a:schemeClr val="accent4"/>
              </a:solidFill>
              <a:latin typeface="+mj-ea"/>
              <a:ea typeface="+mj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104776" y="1746429"/>
            <a:ext cx="11963400" cy="4949646"/>
          </a:xfrm>
          <a:prstGeom prst="rect">
            <a:avLst/>
          </a:prstGeom>
          <a:solidFill>
            <a:schemeClr val="lt1"/>
          </a:solidFill>
          <a:ln>
            <a:solidFill>
              <a:schemeClr val="lt1"/>
            </a:solidFill>
          </a:ln>
        </p:spPr>
        <p:style>
          <a:lnRef idx="2">
            <a:schemeClr val="accent3">
              <a:shade val="2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121F4B2C-8C5E-49E6-A979-D67853B7E40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72" y="1638299"/>
            <a:ext cx="10177347" cy="51329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29592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그룹 2"/>
          <p:cNvGrpSpPr/>
          <p:nvPr/>
        </p:nvGrpSpPr>
        <p:grpSpPr>
          <a:xfrm>
            <a:off x="8117036" y="513343"/>
            <a:ext cx="3656577" cy="3695738"/>
            <a:chOff x="8307536" y="513343"/>
            <a:chExt cx="3656577" cy="3695738"/>
          </a:xfrm>
        </p:grpSpPr>
        <p:sp>
          <p:nvSpPr>
            <p:cNvPr id="8" name="이등변 삼각형 7"/>
            <p:cNvSpPr/>
            <p:nvPr/>
          </p:nvSpPr>
          <p:spPr>
            <a:xfrm rot="5400000">
              <a:off x="10712131" y="832233"/>
              <a:ext cx="1344721" cy="1159242"/>
            </a:xfrm>
            <a:prstGeom prst="triangle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9" name="이등변 삼각형 8"/>
            <p:cNvSpPr/>
            <p:nvPr/>
          </p:nvSpPr>
          <p:spPr>
            <a:xfrm rot="16200000" flipH="1">
              <a:off x="9326503" y="606083"/>
              <a:ext cx="1344721" cy="1159242"/>
            </a:xfrm>
            <a:prstGeom prst="triangle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10" name="이등변 삼각형 9"/>
            <p:cNvSpPr/>
            <p:nvPr/>
          </p:nvSpPr>
          <p:spPr>
            <a:xfrm rot="5400000">
              <a:off x="9574196" y="1657339"/>
              <a:ext cx="1344721" cy="1159242"/>
            </a:xfrm>
            <a:prstGeom prst="triangle">
              <a:avLst>
                <a:gd name="adj" fmla="val 50000"/>
              </a:avLst>
            </a:prstGeom>
            <a:solidFill>
              <a:schemeClr val="accent3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12" name="이등변 삼각형 11"/>
            <p:cNvSpPr/>
            <p:nvPr/>
          </p:nvSpPr>
          <p:spPr>
            <a:xfrm rot="16200000">
              <a:off x="9812602" y="2403102"/>
              <a:ext cx="1344720" cy="1159242"/>
            </a:xfrm>
            <a:prstGeom prst="triangle">
              <a:avLst>
                <a:gd name="adj" fmla="val 50000"/>
              </a:avLst>
            </a:prstGeom>
            <a:solidFill>
              <a:schemeClr val="bg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13" name="이등변 삼각형 12"/>
            <p:cNvSpPr/>
            <p:nvPr/>
          </p:nvSpPr>
          <p:spPr>
            <a:xfrm rot="5400000" flipH="1">
              <a:off x="9232981" y="2957100"/>
              <a:ext cx="1344720" cy="1159242"/>
            </a:xfrm>
            <a:prstGeom prst="triangle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14" name="이등변 삼각형 13"/>
            <p:cNvSpPr/>
            <p:nvPr/>
          </p:nvSpPr>
          <p:spPr>
            <a:xfrm rot="16200000">
              <a:off x="8214797" y="1555441"/>
              <a:ext cx="1344720" cy="1159242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</p:grpSp>
      <p:sp>
        <p:nvSpPr>
          <p:cNvPr id="18" name="TextBox 17"/>
          <p:cNvSpPr txBox="1"/>
          <p:nvPr/>
        </p:nvSpPr>
        <p:spPr>
          <a:xfrm>
            <a:off x="583464" y="3541759"/>
            <a:ext cx="3841851" cy="75211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4400" b="1" spc="-150">
                <a:solidFill>
                  <a:schemeClr val="bg1">
                    <a:alpha val="70000"/>
                  </a:schemeClr>
                </a:solidFill>
                <a:latin typeface="+mj-lt"/>
                <a:ea typeface="THE명품고딕L"/>
              </a:rPr>
              <a:t>고생하셨습니다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7767" y="2211262"/>
            <a:ext cx="3068873" cy="130155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8000" b="1" spc="-150">
                <a:solidFill>
                  <a:schemeClr val="accent2">
                    <a:lumMod val="60000"/>
                    <a:lumOff val="40000"/>
                    <a:alpha val="70000"/>
                  </a:schemeClr>
                </a:solidFill>
                <a:latin typeface="+mj-lt"/>
                <a:ea typeface="THE명품고딕L"/>
              </a:rPr>
              <a:t>E N</a:t>
            </a:r>
            <a:r>
              <a:rPr lang="ko-KR" altLang="en-US" sz="8000" b="1" spc="-150">
                <a:solidFill>
                  <a:schemeClr val="accent2">
                    <a:lumMod val="60000"/>
                    <a:lumOff val="40000"/>
                    <a:alpha val="70000"/>
                  </a:schemeClr>
                </a:solidFill>
                <a:latin typeface="+mj-lt"/>
                <a:ea typeface="THE명품고딕L"/>
              </a:rPr>
              <a:t> </a:t>
            </a:r>
            <a:r>
              <a:rPr lang="en-US" altLang="ko-KR" sz="8000" b="1" spc="-150">
                <a:solidFill>
                  <a:schemeClr val="accent2">
                    <a:lumMod val="60000"/>
                    <a:lumOff val="40000"/>
                    <a:alpha val="70000"/>
                  </a:schemeClr>
                </a:solidFill>
                <a:latin typeface="+mj-lt"/>
                <a:ea typeface="THE명품고딕L"/>
              </a:rPr>
              <a:t>D.</a:t>
            </a:r>
          </a:p>
        </p:txBody>
      </p:sp>
      <p:cxnSp>
        <p:nvCxnSpPr>
          <p:cNvPr id="5" name="직선 연결선 4"/>
          <p:cNvCxnSpPr/>
          <p:nvPr/>
        </p:nvCxnSpPr>
        <p:spPr>
          <a:xfrm>
            <a:off x="635000" y="3429236"/>
            <a:ext cx="508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그림 21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8953048" y="6334052"/>
            <a:ext cx="3238952" cy="52394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theme/theme1.xml><?xml version="1.0" encoding="utf-8"?>
<a:theme xmlns:a="http://schemas.openxmlformats.org/drawingml/2006/main" name="Office 테마">
  <a:themeElements>
    <a:clrScheme name="오늘의 PPT 색상 테마 008">
      <a:dk1>
        <a:sysClr val="windowText" lastClr="000000"/>
      </a:dk1>
      <a:lt1>
        <a:sysClr val="window" lastClr="FFFFFF"/>
      </a:lt1>
      <a:dk2>
        <a:srgbClr val="3A3838"/>
      </a:dk2>
      <a:lt2>
        <a:srgbClr val="E7E6E6"/>
      </a:lt2>
      <a:accent1>
        <a:srgbClr val="75A99E"/>
      </a:accent1>
      <a:accent2>
        <a:srgbClr val="49A6A6"/>
      </a:accent2>
      <a:accent3>
        <a:srgbClr val="E1E6D7"/>
      </a:accent3>
      <a:accent4>
        <a:srgbClr val="5F5E58"/>
      </a:accent4>
      <a:accent5>
        <a:srgbClr val="544F4D"/>
      </a:accent5>
      <a:accent6>
        <a:srgbClr val="E0EAF7"/>
      </a:accent6>
      <a:hlink>
        <a:srgbClr val="FCBB04"/>
      </a:hlink>
      <a:folHlink>
        <a:srgbClr val="FCBB04"/>
      </a:folHlink>
    </a:clrScheme>
    <a:fontScheme name="free">
      <a:majorFont>
        <a:latin typeface="Arial"/>
        <a:ea typeface="나눔스퀘어라운드 Regular"/>
        <a:cs typeface=""/>
      </a:majorFont>
      <a:minorFont>
        <a:latin typeface="Arial"/>
        <a:ea typeface="나눔스퀘어라운드 Regular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/>
      <a:bodyPr/>
      <a:lstStyle/>
    </a:txDef>
  </a:objectDefaults>
  <a:extraClrSchemeLst/>
</a:theme>
</file>

<file path=ppt/theme/theme2.xml><?xml version="1.0" encoding="utf-8"?>
<a:theme xmlns:a="http://schemas.openxmlformats.org/drawingml/2006/main" name="한컴오피스">
  <a:themeElements>
    <a:clrScheme name="한컴오피스">
      <a:dk1>
        <a:sysClr val="windowText" lastClr="000000"/>
      </a:dk1>
      <a:lt1>
        <a:sysClr val="window" lastClr="FFFFFF"/>
      </a:lt1>
      <a:dk2>
        <a:srgbClr val="1C3D62"/>
      </a:dk2>
      <a:lt2>
        <a:srgbClr val="E3DCC1"/>
      </a:lt2>
      <a:accent1>
        <a:srgbClr val="315F97"/>
      </a:accent1>
      <a:accent2>
        <a:srgbClr val="C75252"/>
      </a:accent2>
      <a:accent3>
        <a:srgbClr val="E9AE2B"/>
      </a:accent3>
      <a:accent4>
        <a:srgbClr val="699B37"/>
      </a:accent4>
      <a:accent5>
        <a:srgbClr val="358791"/>
      </a:accent5>
      <a:accent6>
        <a:srgbClr val="CA56A7"/>
      </a:accent6>
      <a:hlink>
        <a:srgbClr val="0000FF"/>
      </a:hlink>
      <a:folHlink>
        <a:srgbClr val="800080"/>
      </a:folHlink>
    </a:clrScheme>
    <a:fontScheme name="한컴오피스">
      <a:majorFont>
        <a:latin typeface="함초롬돋움"/>
        <a:ea typeface="함초롬돋움"/>
        <a:cs typeface="Times New Roman"/>
      </a:majorFont>
      <a:minorFont>
        <a:latin typeface="함초롬돋움"/>
        <a:ea typeface="함초롬돋움"/>
        <a:cs typeface="Times New Roman"/>
      </a:minorFont>
    </a:fontScheme>
    <a:fmtScheme name="한컴오피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45</Words>
  <Application>Microsoft Office PowerPoint</Application>
  <PresentationFormat>와이드스크린</PresentationFormat>
  <Paragraphs>33</Paragraphs>
  <Slides>10</Slides>
  <Notes>7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4" baseType="lpstr">
      <vt:lpstr>나눔스퀘어라운드 Regular</vt:lpstr>
      <vt:lpstr>함초롬돋움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Saebyeol Yu</dc:creator>
  <cp:lastModifiedBy>정 우균</cp:lastModifiedBy>
  <cp:revision>722</cp:revision>
  <dcterms:created xsi:type="dcterms:W3CDTF">2015-07-07T04:48:58Z</dcterms:created>
  <dcterms:modified xsi:type="dcterms:W3CDTF">2022-04-30T09:11:34Z</dcterms:modified>
  <cp:version>1000.0000.01</cp:version>
</cp:coreProperties>
</file>