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</p:sldMasterIdLst>
  <p:notesMasterIdLst>
    <p:notesMasterId r:id="rId11"/>
  </p:notesMasterIdLst>
  <p:sldIdLst>
    <p:sldId id="256" r:id="rId2"/>
    <p:sldId id="257" r:id="rId3"/>
    <p:sldId id="279" r:id="rId4"/>
    <p:sldId id="277" r:id="rId5"/>
    <p:sldId id="278" r:id="rId6"/>
    <p:sldId id="280" r:id="rId7"/>
    <p:sldId id="281" r:id="rId8"/>
    <p:sldId id="282" r:id="rId9"/>
    <p:sldId id="27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52" autoAdjust="0"/>
    <p:restoredTop sz="95070"/>
  </p:normalViewPr>
  <p:slideViewPr>
    <p:cSldViewPr snapToGrid="0" showGuides="1">
      <p:cViewPr varScale="1">
        <p:scale>
          <a:sx n="50" d="100"/>
          <a:sy n="50" d="100"/>
        </p:scale>
        <p:origin x="29" y="514"/>
      </p:cViewPr>
      <p:guideLst>
        <p:guide orient="horz" pos="2177"/>
        <p:guide pos="3840"/>
      </p:guideLst>
    </p:cSldViewPr>
  </p:slideViewPr>
  <p:notesTextViewPr>
    <p:cViewPr>
      <p:scale>
        <a:sx n="115" d="100"/>
        <a:sy n="11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2022-04-30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4770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6651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6315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2694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8999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4277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638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330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722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83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639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3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98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975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94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722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84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1811B0-B48E-441A-87FD-055ECECA2FB0}"/>
              </a:ext>
            </a:extLst>
          </p:cNvPr>
          <p:cNvSpPr txBox="1"/>
          <p:nvPr userDrawn="1"/>
        </p:nvSpPr>
        <p:spPr>
          <a:xfrm>
            <a:off x="9715499" y="6505575"/>
            <a:ext cx="24064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accent4"/>
                </a:solidFill>
                <a:latin typeface="+mn-ea"/>
              </a:rPr>
              <a:t>Copyrightⓒ. Saebyeol Yu. All Rights Reserved.</a:t>
            </a:r>
            <a:endParaRPr lang="ko-KR" altLang="en-US" sz="800" dirty="0">
              <a:solidFill>
                <a:schemeClr val="accent4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55661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8117036" y="513343"/>
            <a:ext cx="3656577" cy="36957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527769" y="2211262"/>
            <a:ext cx="5187231" cy="1873058"/>
            <a:chOff x="527769" y="1728426"/>
            <a:chExt cx="5187231" cy="1873058"/>
          </a:xfrm>
        </p:grpSpPr>
        <p:sp>
          <p:nvSpPr>
            <p:cNvPr id="18" name="TextBox 17"/>
            <p:cNvSpPr txBox="1"/>
            <p:nvPr/>
          </p:nvSpPr>
          <p:spPr>
            <a:xfrm>
              <a:off x="558060" y="3058923"/>
              <a:ext cx="2381355" cy="542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ko-KR" altLang="en-US" sz="3000" b="1" spc="-150">
                  <a:solidFill>
                    <a:schemeClr val="bg1">
                      <a:alpha val="70000"/>
                    </a:schemeClr>
                  </a:solidFill>
                  <a:latin typeface="+mj-lt"/>
                  <a:ea typeface="THE명품고딕L"/>
                </a:rPr>
                <a:t>저장 프로시저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9" y="1728426"/>
              <a:ext cx="3164121" cy="130155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Part 1.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직사각형 18"/>
          <p:cNvSpPr/>
          <p:nvPr/>
        </p:nvSpPr>
        <p:spPr>
          <a:xfrm>
            <a:off x="9820275" y="6491287"/>
            <a:ext cx="2247900" cy="23812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53048" y="6334052"/>
            <a:ext cx="3238952" cy="523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0" y="654596"/>
            <a:ext cx="2701230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저장 프로시저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E463E701-7029-4A7A-BDD2-14D192CFD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16" y="1674301"/>
            <a:ext cx="11452776" cy="27649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0" y="654596"/>
            <a:ext cx="2701230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저장 프로시저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E178F07D-683F-4388-AC2D-CE5FB0CD86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188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83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0" y="654596"/>
            <a:ext cx="2701230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저장 프로시저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5EFD3CD3-135B-4F79-8846-29ABF0F263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" y="1746429"/>
            <a:ext cx="11071198" cy="494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103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0" y="654596"/>
            <a:ext cx="2701230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저장 프로시저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98BC8E56-9449-4313-AA6F-13AE7AE972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99" y="0"/>
            <a:ext cx="7764935" cy="659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92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0" y="654596"/>
            <a:ext cx="2701230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저장 프로시저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7D6F07FF-B9E3-4D57-952F-E78A772C74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99" y="1638300"/>
            <a:ext cx="8168314" cy="494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57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0" y="654596"/>
            <a:ext cx="2701230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저장 프로시저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E3AFCD59-524B-460B-83C4-763122B1B6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8299"/>
            <a:ext cx="7713406" cy="525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722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0" y="654596"/>
            <a:ext cx="2701230" cy="54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000" spc="-150">
                <a:solidFill>
                  <a:schemeClr val="accent4"/>
                </a:solidFill>
                <a:latin typeface="+mj-ea"/>
                <a:ea typeface="+mj-ea"/>
              </a:rPr>
              <a:t>저장 프로시저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5811A1BF-0F35-4B9A-9468-BA7ECCFF79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1198"/>
            <a:ext cx="7064477" cy="522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08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8117036" y="513343"/>
            <a:ext cx="3656577" cy="36957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583464" y="3541759"/>
            <a:ext cx="3841851" cy="7521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4400" b="1" spc="-150">
                <a:solidFill>
                  <a:schemeClr val="bg1">
                    <a:alpha val="70000"/>
                  </a:schemeClr>
                </a:solidFill>
                <a:latin typeface="+mj-lt"/>
                <a:ea typeface="THE명품고딕L"/>
              </a:rPr>
              <a:t>고생하셨습니다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767" y="2211262"/>
            <a:ext cx="3068873" cy="13015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8000" b="1" spc="-15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/>
              </a:rPr>
              <a:t>E N</a:t>
            </a:r>
            <a:r>
              <a:rPr lang="ko-KR" altLang="en-US" sz="8000" b="1" spc="-15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/>
              </a:rPr>
              <a:t> </a:t>
            </a:r>
            <a:r>
              <a:rPr lang="en-US" altLang="ko-KR" sz="8000" b="1" spc="-15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/>
              </a:rPr>
              <a:t>D.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635000" y="3429236"/>
            <a:ext cx="50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53048" y="6334052"/>
            <a:ext cx="3238952" cy="523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오늘의 PPT 색상 테마 008">
      <a:dk1>
        <a:sysClr val="windowText" lastClr="000000"/>
      </a:dk1>
      <a:lt1>
        <a:sysClr val="window" lastClr="FFFFFF"/>
      </a:lt1>
      <a:dk2>
        <a:srgbClr val="3A3838"/>
      </a:dk2>
      <a:lt2>
        <a:srgbClr val="E7E6E6"/>
      </a:lt2>
      <a:accent1>
        <a:srgbClr val="75A99E"/>
      </a:accent1>
      <a:accent2>
        <a:srgbClr val="49A6A6"/>
      </a:accent2>
      <a:accent3>
        <a:srgbClr val="E1E6D7"/>
      </a:accent3>
      <a:accent4>
        <a:srgbClr val="5F5E58"/>
      </a:accent4>
      <a:accent5>
        <a:srgbClr val="544F4D"/>
      </a:accent5>
      <a:accent6>
        <a:srgbClr val="E0EAF7"/>
      </a:accent6>
      <a:hlink>
        <a:srgbClr val="FCBB04"/>
      </a:hlink>
      <a:folHlink>
        <a:srgbClr val="FCBB04"/>
      </a:folHlink>
    </a:clrScheme>
    <a:fontScheme name="free">
      <a:majorFont>
        <a:latin typeface="Arial"/>
        <a:ea typeface="나눔스퀘어라운드 Regular"/>
        <a:cs typeface=""/>
      </a:majorFont>
      <a:minorFont>
        <a:latin typeface="Arial"/>
        <a:ea typeface="나눔스퀘어라운드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</Words>
  <Application>Microsoft Office PowerPoint</Application>
  <PresentationFormat>와이드스크린</PresentationFormat>
  <Paragraphs>32</Paragraphs>
  <Slides>9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나눔스퀘어라운드 Regular</vt:lpstr>
      <vt:lpstr>함초롬돋움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Saebyeol Yu</dc:creator>
  <cp:lastModifiedBy>정 우균</cp:lastModifiedBy>
  <cp:revision>698</cp:revision>
  <dcterms:created xsi:type="dcterms:W3CDTF">2015-07-07T04:48:58Z</dcterms:created>
  <dcterms:modified xsi:type="dcterms:W3CDTF">2022-04-30T10:59:26Z</dcterms:modified>
  <cp:version>1000.0000.01</cp:version>
</cp:coreProperties>
</file>