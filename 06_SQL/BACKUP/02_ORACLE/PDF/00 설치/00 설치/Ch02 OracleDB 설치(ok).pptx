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6"/>
  </p:notesMasterIdLst>
  <p:sldIdLst>
    <p:sldId id="256" r:id="rId2"/>
    <p:sldId id="257" r:id="rId3"/>
    <p:sldId id="258" r:id="rId4"/>
    <p:sldId id="296" r:id="rId5"/>
    <p:sldId id="293" r:id="rId6"/>
    <p:sldId id="294" r:id="rId7"/>
    <p:sldId id="297" r:id="rId8"/>
    <p:sldId id="298" r:id="rId9"/>
    <p:sldId id="299" r:id="rId10"/>
    <p:sldId id="300" r:id="rId11"/>
    <p:sldId id="301" r:id="rId12"/>
    <p:sldId id="295" r:id="rId13"/>
    <p:sldId id="259" r:id="rId14"/>
    <p:sldId id="289" r:id="rId15"/>
    <p:sldId id="320" r:id="rId16"/>
    <p:sldId id="331" r:id="rId17"/>
    <p:sldId id="322" r:id="rId18"/>
    <p:sldId id="323" r:id="rId19"/>
    <p:sldId id="280" r:id="rId20"/>
    <p:sldId id="324" r:id="rId21"/>
    <p:sldId id="330" r:id="rId22"/>
    <p:sldId id="325" r:id="rId23"/>
    <p:sldId id="326" r:id="rId24"/>
    <p:sldId id="29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173"/>
  </p:normalViewPr>
  <p:slideViewPr>
    <p:cSldViewPr snapToGrid="0" showGuides="1">
      <p:cViewPr varScale="1">
        <p:scale>
          <a:sx n="72" d="100"/>
          <a:sy n="72" d="100"/>
        </p:scale>
        <p:origin x="1104" y="7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2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97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oracle.com/tools/downloads/sqldev-downloads.html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88183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02 DB </a:t>
            </a:r>
            <a:r>
              <a:rPr lang="ko-KR" altLang="en-US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설치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5"/>
            <a:ext cx="6041121" cy="1777211"/>
            <a:chOff x="527768" y="1560896"/>
            <a:chExt cx="7589266" cy="2232653"/>
          </a:xfrm>
        </p:grpSpPr>
        <p:sp>
          <p:nvSpPr>
            <p:cNvPr id="18" name="TextBox 17"/>
            <p:cNvSpPr txBox="1"/>
            <p:nvPr/>
          </p:nvSpPr>
          <p:spPr>
            <a:xfrm>
              <a:off x="558055" y="3058915"/>
              <a:ext cx="7558979" cy="734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3200" b="1" spc="-15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THE명품고딕L"/>
                </a:rPr>
                <a:t>Oracle</a:t>
              </a:r>
              <a:r>
                <a:rPr lang="ko-KR" altLang="en-US" sz="3200" b="1" spc="-15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THE명품고딕L"/>
                </a:rPr>
                <a:t> </a:t>
              </a:r>
              <a:r>
                <a:rPr lang="en-US" altLang="ko-KR" sz="3200" b="1" spc="-15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THE명품고딕L"/>
                </a:rPr>
                <a:t>Database</a:t>
              </a:r>
              <a:r>
                <a:rPr lang="ko-KR" altLang="en-US" sz="3200" b="1" spc="-15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THE명품고딕L"/>
                </a:rPr>
                <a:t> 설치</a:t>
              </a:r>
              <a:endParaRPr lang="ko-KR" altLang="en-US" sz="320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6"/>
              <a:ext cx="4338897" cy="16461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3" name="TextBox 18"/>
          <p:cNvSpPr txBox="1"/>
          <p:nvPr/>
        </p:nvSpPr>
        <p:spPr>
          <a:xfrm>
            <a:off x="194310" y="1892786"/>
            <a:ext cx="9860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안상수2006가는"/>
                <a:ea typeface="안상수2006가는"/>
              </a:rPr>
              <a:t>https://www.oracle.com/database/technologies/xe-prior-release-downloads.html</a:t>
            </a:r>
            <a:endParaRPr lang="ko-KR" altLang="en-US" sz="2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870623-DDFE-4557-BA69-6A932CEE3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18" y="2518978"/>
            <a:ext cx="8001693" cy="3223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1172ED6-A62E-40A7-A247-0B910C6BF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77" y="2071117"/>
            <a:ext cx="7521592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8F4E36-DD9B-4F9A-A7C9-365309870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1746429"/>
            <a:ext cx="7841660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2039C11-D54A-4F09-8CFE-C06DF3D9A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943753"/>
            <a:ext cx="8192210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5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FD2FD06-1C16-4B80-A522-E2195A2F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21" y="1928511"/>
            <a:ext cx="7948349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3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6C0BCC4-CE7D-4376-ADB7-74FA03D4A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867546"/>
            <a:ext cx="7872142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3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6E5ACF-AC45-4CC1-B013-C5970ED0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8062659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9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128D8CC-8E88-44EF-ADA1-A584E4AEE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42" y="1840032"/>
            <a:ext cx="7841660" cy="4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4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F6A155A-6D6F-4FD3-865C-F1E9A38BA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21" y="2110329"/>
            <a:ext cx="7948349" cy="42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0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7" y="654596"/>
            <a:ext cx="9156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44349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1F76328-C471-434D-A839-8B62E22AA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1931904"/>
            <a:ext cx="6401355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2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46434"/>
            <a:chOff x="527768" y="1560897"/>
            <a:chExt cx="5187232" cy="2193989"/>
          </a:xfrm>
        </p:grpSpPr>
        <p:sp>
          <p:nvSpPr>
            <p:cNvPr id="18" name="TextBox 17"/>
            <p:cNvSpPr txBox="1"/>
            <p:nvPr/>
          </p:nvSpPr>
          <p:spPr>
            <a:xfrm>
              <a:off x="558055" y="3058916"/>
              <a:ext cx="5156945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SQL Developer </a:t>
              </a:r>
              <a:r>
                <a:rPr lang="ko-KR" altLang="en-US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설치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24" y="661919"/>
            <a:ext cx="6399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3754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SQL Developer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71" name="TextBox 18"/>
          <p:cNvSpPr txBox="1"/>
          <p:nvPr/>
        </p:nvSpPr>
        <p:spPr>
          <a:xfrm>
            <a:off x="364818" y="2068713"/>
            <a:ext cx="11542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schemeClr val="accent4"/>
                </a:solidFill>
                <a:latin typeface="나눔고딕"/>
                <a:ea typeface="나눔고딕"/>
              </a:rPr>
              <a:t>■ </a:t>
            </a:r>
            <a:r>
              <a:rPr lang="en-US" altLang="ko-KR" b="0" i="0" u="none" strike="noStrike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https://www.oracle.com/tools/downloads/sqldev-downloads.html</a:t>
            </a:r>
            <a:endParaRPr lang="en-US" altLang="ko-KR" dirty="0">
              <a:latin typeface="나눔고딕"/>
              <a:ea typeface="나눔고딕"/>
            </a:endParaRPr>
          </a:p>
          <a:p>
            <a:pPr lvl="0">
              <a:defRPr/>
            </a:pPr>
            <a:endParaRPr lang="ko-KR" altLang="en-US" dirty="0">
              <a:solidFill>
                <a:schemeClr val="accent4"/>
              </a:solidFill>
              <a:latin typeface="나눔고딕"/>
              <a:ea typeface="나눔고딕"/>
            </a:endParaRPr>
          </a:p>
          <a:p>
            <a:pPr lvl="0">
              <a:defRPr/>
            </a:pPr>
            <a:endParaRPr lang="ko-KR" altLang="en-US" dirty="0">
              <a:solidFill>
                <a:schemeClr val="accent4"/>
              </a:solidFill>
              <a:latin typeface="나눔고딕"/>
              <a:ea typeface="나눔고딕"/>
            </a:endParaRPr>
          </a:p>
          <a:p>
            <a:pPr lvl="0">
              <a:defRPr/>
            </a:pPr>
            <a:endParaRPr lang="ko-KR" altLang="en-US" dirty="0">
              <a:solidFill>
                <a:schemeClr val="accent4"/>
              </a:solidFill>
              <a:latin typeface="나눔고딕"/>
              <a:ea typeface="나눔고딕"/>
            </a:endParaRPr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B79863F2-6132-4484-A58D-57120DD186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55"/>
          <a:stretch/>
        </p:blipFill>
        <p:spPr>
          <a:xfrm>
            <a:off x="477932" y="2639651"/>
            <a:ext cx="11019475" cy="38036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2D11B9-8E1F-41CF-8515-9947C5B34FD9}"/>
              </a:ext>
            </a:extLst>
          </p:cNvPr>
          <p:cNvSpPr/>
          <p:nvPr/>
        </p:nvSpPr>
        <p:spPr>
          <a:xfrm>
            <a:off x="4261889" y="4271322"/>
            <a:ext cx="1970329" cy="834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9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24" y="661919"/>
            <a:ext cx="6399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3754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SQL Developer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A7A56A81-09A6-4CB1-B3AB-365E7F91C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10" y="1852841"/>
            <a:ext cx="4558591" cy="337602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FFFA650-2586-4457-A7A8-ED5043C387AD}"/>
              </a:ext>
            </a:extLst>
          </p:cNvPr>
          <p:cNvSpPr/>
          <p:nvPr/>
        </p:nvSpPr>
        <p:spPr>
          <a:xfrm>
            <a:off x="3778637" y="4792934"/>
            <a:ext cx="1023264" cy="435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9691482-4D5F-43FE-8F96-C89299A73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404" y="1808420"/>
            <a:ext cx="2956816" cy="123454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D923E1-4FB3-492D-9672-F0DD301D981A}"/>
              </a:ext>
            </a:extLst>
          </p:cNvPr>
          <p:cNvSpPr/>
          <p:nvPr/>
        </p:nvSpPr>
        <p:spPr>
          <a:xfrm>
            <a:off x="5926404" y="2802755"/>
            <a:ext cx="283010" cy="3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0EC254D4-C199-4BE8-8345-7E730B6D0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404" y="3222176"/>
            <a:ext cx="4145639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2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24" y="661919"/>
            <a:ext cx="6399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3754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SQL Developer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50476E4-C981-4C4F-9D96-936BAC33C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674301"/>
            <a:ext cx="8893311" cy="2248095"/>
          </a:xfrm>
          <a:prstGeom prst="rect">
            <a:avLst/>
          </a:prstGeom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BE30E9F8-596B-4B48-949E-BCCE3A2E6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3976733"/>
            <a:ext cx="9312447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6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</a:t>
            </a:r>
            <a:endParaRPr dirty="0"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55211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Sample Databae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B380D-407A-4F40-8AF7-A02210FE9934}"/>
              </a:ext>
            </a:extLst>
          </p:cNvPr>
          <p:cNvSpPr txBox="1"/>
          <p:nvPr/>
        </p:nvSpPr>
        <p:spPr>
          <a:xfrm>
            <a:off x="318978" y="2027135"/>
            <a:ext cx="3221665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/>
              <a:t>실습용 계정 생성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FFAA47D-62B6-48D5-8148-B282F5AA0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2712658"/>
            <a:ext cx="4572396" cy="14326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63C63D-4390-4507-A752-5F45306B6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36" y="2603928"/>
            <a:ext cx="4229467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2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55211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Sample Databae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A8BDC66-4EB1-4F49-A151-40A6E997F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52841"/>
            <a:ext cx="2430991" cy="1341236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1E54708E-06C3-4B80-A10A-7DF08916D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399195"/>
            <a:ext cx="2857748" cy="31320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A61F65-C079-45CC-8EA3-1F8A2B785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157" y="3429000"/>
            <a:ext cx="3703641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0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46430"/>
            <a:chOff x="527768" y="1560897"/>
            <a:chExt cx="5187232" cy="2193984"/>
          </a:xfrm>
        </p:grpSpPr>
        <p:sp>
          <p:nvSpPr>
            <p:cNvPr id="18" name="TextBox 17"/>
            <p:cNvSpPr txBox="1"/>
            <p:nvPr/>
          </p:nvSpPr>
          <p:spPr>
            <a:xfrm>
              <a:off x="558055" y="3058911"/>
              <a:ext cx="4528852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Oracle Port </a:t>
              </a:r>
              <a:r>
                <a:rPr lang="ko-KR" altLang="en-US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변경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3.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27862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Port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변경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6FE9A242-59DB-4FA7-BAC7-7EB89BE26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2266849"/>
            <a:ext cx="3939881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46430"/>
            <a:chOff x="527768" y="1560897"/>
            <a:chExt cx="5187232" cy="2193984"/>
          </a:xfrm>
        </p:grpSpPr>
        <p:sp>
          <p:nvSpPr>
            <p:cNvPr id="18" name="TextBox 17"/>
            <p:cNvSpPr txBox="1"/>
            <p:nvPr/>
          </p:nvSpPr>
          <p:spPr>
            <a:xfrm>
              <a:off x="558055" y="3058911"/>
              <a:ext cx="4528852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Sample DB </a:t>
              </a:r>
              <a:r>
                <a:rPr lang="ko-KR" altLang="en-US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설치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62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4.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9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https://www.oracletutorial.com/getting-started/oracle-sample-database/</a:t>
            </a:r>
            <a:endParaRPr dirty="0"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55211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Sample Databae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7FA1F5-5650-4EFD-835D-F47D5A5E9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9" y="2092381"/>
            <a:ext cx="1668925" cy="335309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308ADF30-103C-4A80-A2D9-DBF9E73D98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"/>
          <a:stretch/>
        </p:blipFill>
        <p:spPr>
          <a:xfrm>
            <a:off x="657639" y="2763395"/>
            <a:ext cx="2289801" cy="3432686"/>
          </a:xfrm>
          <a:prstGeom prst="rect">
            <a:avLst/>
          </a:prstGeom>
        </p:spPr>
      </p:pic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2373B156-38BF-4E72-9BD7-463F74620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499" y="2170572"/>
            <a:ext cx="4823878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2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4"/>
            <a:ext cx="11831672" cy="482805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863674" y="654596"/>
            <a:ext cx="355211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Sample Databae 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설치</a:t>
            </a: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1B3EEF25-5510-4BCD-97AB-5FC6A3E0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2437041"/>
            <a:ext cx="5784081" cy="2728196"/>
          </a:xfrm>
          <a:prstGeom prst="rect">
            <a:avLst/>
          </a:prstGeom>
        </p:spPr>
      </p:pic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EA402E87-B18C-40D1-8B94-E43B984A3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37041"/>
            <a:ext cx="5204911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3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6"/>
            <a:ext cx="4433167" cy="1929454"/>
            <a:chOff x="527768" y="1560896"/>
            <a:chExt cx="5187232" cy="2083905"/>
          </a:xfrm>
        </p:grpSpPr>
        <p:sp>
          <p:nvSpPr>
            <p:cNvPr id="18" name="TextBox 17"/>
            <p:cNvSpPr txBox="1"/>
            <p:nvPr/>
          </p:nvSpPr>
          <p:spPr>
            <a:xfrm>
              <a:off x="558058" y="3058912"/>
              <a:ext cx="5101692" cy="585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6"/>
              <a:ext cx="4338897" cy="1415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</a:t>
              </a:r>
              <a:r>
                <a:rPr lang="ko-KR" altLang="en-US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D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168</Words>
  <Application>Microsoft Office PowerPoint</Application>
  <PresentationFormat>와이드스크린</PresentationFormat>
  <Paragraphs>73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-apple-system</vt:lpstr>
      <vt:lpstr>나눔고딕</vt:lpstr>
      <vt:lpstr>나눔스퀘어라운드 Regular</vt:lpstr>
      <vt:lpstr>안상수2006가는</vt:lpstr>
      <vt:lpstr>함초롬돋움</vt:lpstr>
      <vt:lpstr>Arial</vt:lpstr>
      <vt:lpstr>Open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356</cp:revision>
  <dcterms:created xsi:type="dcterms:W3CDTF">2015-07-07T04:48:58Z</dcterms:created>
  <dcterms:modified xsi:type="dcterms:W3CDTF">2022-03-15T05:04:10Z</dcterms:modified>
  <cp:version>1000.0000.01</cp:version>
</cp:coreProperties>
</file>