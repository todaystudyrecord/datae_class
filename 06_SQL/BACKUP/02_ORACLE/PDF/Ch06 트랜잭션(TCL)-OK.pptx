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1"/>
  </p:notesMasterIdLst>
  <p:sldIdLst>
    <p:sldId id="256" r:id="rId2"/>
    <p:sldId id="257" r:id="rId3"/>
    <p:sldId id="258" r:id="rId4"/>
    <p:sldId id="289" r:id="rId5"/>
    <p:sldId id="290" r:id="rId6"/>
    <p:sldId id="291" r:id="rId7"/>
    <p:sldId id="292" r:id="rId8"/>
    <p:sldId id="293" r:id="rId9"/>
    <p:sldId id="288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="" xmlns:c="http://schemas.openxmlformats.org/drawingml/2006/chart" xmlns:dgm="http://schemas.openxmlformats.org/drawingml/2006/diagram" xmlns:dsp="http://schemas.microsoft.com/office/drawing/2008/diagram"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4426"/>
  </p:normalViewPr>
  <p:slideViewPr>
    <p:cSldViewPr snapToGrid="0" showGuides="1">
      <p:cViewPr varScale="1">
        <p:scale>
          <a:sx n="52" d="100"/>
          <a:sy n="52" d="100"/>
        </p:scale>
        <p:origin x="53" y="307"/>
      </p:cViewPr>
      <p:guideLst>
        <p:guide orient="horz" pos="2177"/>
        <p:guide pos="3840"/>
      </p:guideLst>
    </p:cSldViewPr>
  </p:slideViewPr>
  <p:notesTextViewPr>
    <p:cViewPr>
      <p:scale>
        <a:sx n="115" d="100"/>
        <a:sy n="11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2022-04-28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65992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67397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7602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7989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7321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3638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3301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572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9837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1639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537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98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7975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8947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1722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C7D0C1-D5FE-48CB-AEB6-E9E3D1C2E343}" type="datetimeFigureOut">
              <a:rPr lang="ko-KR" altLang="en-US" smtClean="0"/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B5AC3A-BA06-4AE0-833B-7241F9EB1D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9840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1">
              <a:rPr lang="en-US"/>
              <a:pPr>
                <a:defRPr/>
              </a:pPr>
              <a:t>4/28/2022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3AC7D0C1-D5FE-48CB-AEB6-E9E3D1C2E343}" type="datetime1">
              <a:rPr lang="ko-KR" altLang="en-US"/>
              <a:pPr lvl="0">
                <a:defRPr/>
              </a:pPr>
              <a:t>2022-04-28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5B5AC3A-BA06-4AE0-833B-7241F9EB1D02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  <p:sp>
        <p:nvSpPr>
          <p:cNvPr id="7" name="TextBox 6"/>
          <p:cNvSpPr txBox="1"/>
          <p:nvPr userDrawn="1"/>
        </p:nvSpPr>
        <p:spPr>
          <a:xfrm>
            <a:off x="9776459" y="6505575"/>
            <a:ext cx="2345469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800">
                <a:solidFill>
                  <a:schemeClr val="accent4"/>
                </a:solidFill>
                <a:latin typeface="+mn-ea"/>
              </a:rPr>
              <a:t>Copyrightⓒ. Saebyeol Yu. All Rights Reserved.</a:t>
            </a:r>
            <a:endParaRPr lang="ko-KR" altLang="en-US" sz="800">
              <a:solidFill>
                <a:schemeClr val="accent4"/>
              </a:solidFill>
              <a:latin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직선 연결선 64"/>
          <p:cNvCxnSpPr/>
          <p:nvPr/>
        </p:nvCxnSpPr>
        <p:spPr>
          <a:xfrm>
            <a:off x="611663" y="3456445"/>
            <a:ext cx="6046576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그룹 2"/>
          <p:cNvGrpSpPr/>
          <p:nvPr/>
        </p:nvGrpSpPr>
        <p:grpSpPr>
          <a:xfrm>
            <a:off x="7704760" y="1108112"/>
            <a:ext cx="2910665" cy="2941837"/>
            <a:chOff x="8307536" y="513343"/>
            <a:chExt cx="3656577" cy="3695737"/>
          </a:xfrm>
        </p:grpSpPr>
        <p:sp>
          <p:nvSpPr>
            <p:cNvPr id="6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6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1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2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3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75" name="TextBox 17"/>
          <p:cNvSpPr txBox="1"/>
          <p:nvPr/>
        </p:nvSpPr>
        <p:spPr>
          <a:xfrm>
            <a:off x="442656" y="2299661"/>
            <a:ext cx="732366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6000" b="1" spc="-150" dirty="0">
                <a:solidFill>
                  <a:srgbClr val="595959"/>
                </a:solidFill>
                <a:latin typeface="+mj-lt"/>
                <a:ea typeface="THE명품고딕L"/>
              </a:rPr>
              <a:t>TCL</a:t>
            </a:r>
            <a:endParaRPr lang="ko-KR" altLang="en-US" sz="6000" b="1" spc="-150" dirty="0">
              <a:solidFill>
                <a:srgbClr val="595959"/>
              </a:solidFill>
              <a:latin typeface="+mj-lt"/>
              <a:ea typeface="THE명품고딕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6" name="그룹 5"/>
          <p:cNvGrpSpPr/>
          <p:nvPr/>
        </p:nvGrpSpPr>
        <p:grpSpPr>
          <a:xfrm>
            <a:off x="527769" y="2211262"/>
            <a:ext cx="5187231" cy="1873058"/>
            <a:chOff x="527769" y="1728426"/>
            <a:chExt cx="5187231" cy="1873058"/>
          </a:xfrm>
        </p:grpSpPr>
        <p:sp>
          <p:nvSpPr>
            <p:cNvPr id="18" name="TextBox 17"/>
            <p:cNvSpPr txBox="1"/>
            <p:nvPr/>
          </p:nvSpPr>
          <p:spPr>
            <a:xfrm>
              <a:off x="558060" y="3058923"/>
              <a:ext cx="2028930" cy="542561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ko-KR" altLang="en-US" sz="3000" b="1" spc="-150">
                  <a:solidFill>
                    <a:schemeClr val="bg1">
                      <a:alpha val="70000"/>
                    </a:schemeClr>
                  </a:solidFill>
                  <a:latin typeface="+mj-lt"/>
                  <a:ea typeface="THE명품고딕L"/>
                </a:rPr>
                <a:t>테이블 생성</a:t>
              </a:r>
              <a:endParaRPr lang="en-US" altLang="ko-KR" sz="30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27769" y="1728426"/>
              <a:ext cx="3164121" cy="1301558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lvl="0">
                <a:defRPr/>
              </a:pPr>
              <a:r>
                <a:rPr lang="en-US" altLang="ko-KR" sz="8000" b="1" spc="-150">
                  <a:solidFill>
                    <a:schemeClr val="accent2">
                      <a:lumMod val="60000"/>
                      <a:lumOff val="40000"/>
                      <a:alpha val="70000"/>
                    </a:schemeClr>
                  </a:solidFill>
                  <a:latin typeface="+mj-lt"/>
                  <a:ea typeface="THE명품고딕L"/>
                </a:rPr>
                <a:t>Part 1.</a:t>
              </a:r>
            </a:p>
          </p:txBody>
        </p:sp>
        <p:cxnSp>
          <p:nvCxnSpPr>
            <p:cNvPr id="5" name="직선 연결선 4"/>
            <p:cNvCxnSpPr/>
            <p:nvPr/>
          </p:nvCxnSpPr>
          <p:spPr>
            <a:xfrm>
              <a:off x="635000" y="2946400"/>
              <a:ext cx="5080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직사각형 18"/>
          <p:cNvSpPr/>
          <p:nvPr/>
        </p:nvSpPr>
        <p:spPr>
          <a:xfrm>
            <a:off x="9820275" y="6491287"/>
            <a:ext cx="2247900" cy="238125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6466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트랜잭션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pic>
        <p:nvPicPr>
          <p:cNvPr id="10" name="그림 9" descr="테이블이(가) 표시된 사진&#10;&#10;자동 생성된 설명">
            <a:extLst>
              <a:ext uri="{FF2B5EF4-FFF2-40B4-BE49-F238E27FC236}">
                <a16:creationId xmlns:a16="http://schemas.microsoft.com/office/drawing/2014/main" id="{679F2923-F87B-4D4C-977D-EC62B489C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746429"/>
            <a:ext cx="9805096" cy="50095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6466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트랜잭션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0722E36A-318F-4E21-AF36-DAB3499AD1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863190"/>
            <a:ext cx="10574300" cy="4685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32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6466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트랜잭션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05C587C-6887-410A-99C4-7E6CCD153B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746428"/>
            <a:ext cx="12008874" cy="481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49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6466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트랜잭션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F613E42-42E7-42ED-81E8-0866C94DD1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310" y="1746429"/>
            <a:ext cx="9347896" cy="5048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602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0" y="0"/>
            <a:ext cx="12192000" cy="16383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6466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트랜잭션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pic>
        <p:nvPicPr>
          <p:cNvPr id="7" name="그림 6" descr="테이블이(가) 표시된 사진&#10;&#10;자동 생성된 설명">
            <a:extLst>
              <a:ext uri="{FF2B5EF4-FFF2-40B4-BE49-F238E27FC236}">
                <a16:creationId xmlns:a16="http://schemas.microsoft.com/office/drawing/2014/main" id="{0C62719C-AD93-4972-9241-AE2F24BCF8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700" y="1689301"/>
            <a:ext cx="7437765" cy="5006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227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139700" y="491296"/>
            <a:ext cx="1993900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01599" y="158119"/>
            <a:ext cx="818516" cy="2971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spc="-150">
                <a:solidFill>
                  <a:schemeClr val="accent4"/>
                </a:solidFill>
              </a:rPr>
              <a:t>chaper 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4310" y="661919"/>
            <a:ext cx="641133" cy="57442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ko-KR" sz="3200" b="1">
                <a:solidFill>
                  <a:schemeClr val="accent4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661" y="654596"/>
            <a:ext cx="1646605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3000" spc="-150" dirty="0">
                <a:solidFill>
                  <a:schemeClr val="accent4"/>
                </a:solidFill>
                <a:latin typeface="+mj-ea"/>
                <a:ea typeface="+mj-ea"/>
              </a:rPr>
              <a:t>트랜잭션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104776" y="1746429"/>
            <a:ext cx="11963400" cy="4949646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</p:spPr>
        <p:style>
          <a:lnRef idx="2">
            <a:schemeClr val="accent3">
              <a:shade val="2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>
              <a:latin typeface="나눔고딕"/>
              <a:ea typeface="나눔고딕"/>
            </a:endParaRPr>
          </a:p>
        </p:txBody>
      </p:sp>
      <p:pic>
        <p:nvPicPr>
          <p:cNvPr id="7" name="그림 6" descr="텍스트이(가) 표시된 사진&#10;&#10;자동 생성된 설명">
            <a:extLst>
              <a:ext uri="{FF2B5EF4-FFF2-40B4-BE49-F238E27FC236}">
                <a16:creationId xmlns:a16="http://schemas.microsoft.com/office/drawing/2014/main" id="{7647D06E-3114-42EF-BF28-F75178929F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99" y="1381949"/>
            <a:ext cx="7414903" cy="5380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105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그룹 2"/>
          <p:cNvGrpSpPr/>
          <p:nvPr/>
        </p:nvGrpSpPr>
        <p:grpSpPr>
          <a:xfrm>
            <a:off x="8117036" y="513343"/>
            <a:ext cx="3656577" cy="3695738"/>
            <a:chOff x="8307536" y="513343"/>
            <a:chExt cx="3656577" cy="3695738"/>
          </a:xfrm>
        </p:grpSpPr>
        <p:sp>
          <p:nvSpPr>
            <p:cNvPr id="8" name="이등변 삼각형 7"/>
            <p:cNvSpPr/>
            <p:nvPr/>
          </p:nvSpPr>
          <p:spPr>
            <a:xfrm rot="5400000">
              <a:off x="10712131" y="83223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9" name="이등변 삼각형 8"/>
            <p:cNvSpPr/>
            <p:nvPr/>
          </p:nvSpPr>
          <p:spPr>
            <a:xfrm rot="16200000" flipH="1">
              <a:off x="9326503" y="606083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0" name="이등변 삼각형 9"/>
            <p:cNvSpPr/>
            <p:nvPr/>
          </p:nvSpPr>
          <p:spPr>
            <a:xfrm rot="5400000">
              <a:off x="9574196" y="1657339"/>
              <a:ext cx="1344721" cy="1159242"/>
            </a:xfrm>
            <a:prstGeom prst="triangle">
              <a:avLst>
                <a:gd name="adj" fmla="val 50000"/>
              </a:avLst>
            </a:prstGeom>
            <a:solidFill>
              <a:schemeClr val="accent3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2" name="이등변 삼각형 11"/>
            <p:cNvSpPr/>
            <p:nvPr/>
          </p:nvSpPr>
          <p:spPr>
            <a:xfrm rot="16200000">
              <a:off x="9812602" y="2403102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이등변 삼각형 12"/>
            <p:cNvSpPr/>
            <p:nvPr/>
          </p:nvSpPr>
          <p:spPr>
            <a:xfrm rot="5400000" flipH="1">
              <a:off x="9232981" y="2957100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 rot="16200000">
              <a:off x="8214797" y="1555441"/>
              <a:ext cx="1344720" cy="115924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583464" y="3541759"/>
            <a:ext cx="3841851" cy="7521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4400" b="1" spc="-150">
                <a:solidFill>
                  <a:schemeClr val="bg1">
                    <a:alpha val="70000"/>
                  </a:schemeClr>
                </a:solidFill>
                <a:latin typeface="+mj-lt"/>
                <a:ea typeface="THE명품고딕L"/>
              </a:rPr>
              <a:t>고생하셨습니다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7767" y="2211262"/>
            <a:ext cx="3068873" cy="13015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E N</a:t>
            </a:r>
            <a:r>
              <a:rPr lang="ko-KR" altLang="en-US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 </a:t>
            </a:r>
            <a:r>
              <a:rPr lang="en-US" altLang="ko-KR" sz="8000" b="1" spc="-150">
                <a:solidFill>
                  <a:schemeClr val="accent2">
                    <a:lumMod val="60000"/>
                    <a:lumOff val="40000"/>
                    <a:alpha val="70000"/>
                  </a:schemeClr>
                </a:solidFill>
                <a:latin typeface="+mj-lt"/>
                <a:ea typeface="THE명품고딕L"/>
              </a:rPr>
              <a:t>D.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635000" y="3429236"/>
            <a:ext cx="5080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953048" y="6334052"/>
            <a:ext cx="3238952" cy="523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오늘의 PPT 색상 테마 008">
      <a:dk1>
        <a:sysClr val="windowText" lastClr="000000"/>
      </a:dk1>
      <a:lt1>
        <a:sysClr val="window" lastClr="FFFFFF"/>
      </a:lt1>
      <a:dk2>
        <a:srgbClr val="3A3838"/>
      </a:dk2>
      <a:lt2>
        <a:srgbClr val="E7E6E6"/>
      </a:lt2>
      <a:accent1>
        <a:srgbClr val="75A99E"/>
      </a:accent1>
      <a:accent2>
        <a:srgbClr val="49A6A6"/>
      </a:accent2>
      <a:accent3>
        <a:srgbClr val="E1E6D7"/>
      </a:accent3>
      <a:accent4>
        <a:srgbClr val="5F5E58"/>
      </a:accent4>
      <a:accent5>
        <a:srgbClr val="544F4D"/>
      </a:accent5>
      <a:accent6>
        <a:srgbClr val="E0EAF7"/>
      </a:accent6>
      <a:hlink>
        <a:srgbClr val="FCBB04"/>
      </a:hlink>
      <a:folHlink>
        <a:srgbClr val="FCBB04"/>
      </a:folHlink>
    </a:clrScheme>
    <a:fontScheme name="free">
      <a:majorFont>
        <a:latin typeface="Arial"/>
        <a:ea typeface="나눔스퀘어라운드 Regular"/>
        <a:cs typeface=""/>
      </a:majorFont>
      <a:minorFont>
        <a:latin typeface="Arial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41</Words>
  <Application>Microsoft Office PowerPoint</Application>
  <PresentationFormat>와이드스크린</PresentationFormat>
  <Paragraphs>29</Paragraphs>
  <Slides>9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4" baseType="lpstr">
      <vt:lpstr>나눔고딕</vt:lpstr>
      <vt:lpstr>나눔스퀘어라운드 Regular</vt:lpstr>
      <vt:lpstr>함초롬돋움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Saebyeol Yu</dc:creator>
  <cp:lastModifiedBy>정 우균</cp:lastModifiedBy>
  <cp:revision>677</cp:revision>
  <dcterms:created xsi:type="dcterms:W3CDTF">2015-07-07T04:48:58Z</dcterms:created>
  <dcterms:modified xsi:type="dcterms:W3CDTF">2022-04-28T12:00:19Z</dcterms:modified>
  <cp:version>1000.0000.01</cp:version>
</cp:coreProperties>
</file>