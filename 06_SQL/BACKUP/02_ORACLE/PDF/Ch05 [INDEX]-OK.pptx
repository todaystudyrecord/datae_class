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4"/>
  </p:notesMasterIdLst>
  <p:sldIdLst>
    <p:sldId id="256" r:id="rId2"/>
    <p:sldId id="257" r:id="rId3"/>
    <p:sldId id="258" r:id="rId4"/>
    <p:sldId id="276" r:id="rId5"/>
    <p:sldId id="277" r:id="rId6"/>
    <p:sldId id="278" r:id="rId7"/>
    <p:sldId id="280" r:id="rId8"/>
    <p:sldId id="281" r:id="rId9"/>
    <p:sldId id="282" r:id="rId10"/>
    <p:sldId id="279" r:id="rId11"/>
    <p:sldId id="283" r:id="rId12"/>
    <p:sldId id="275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426"/>
  </p:normalViewPr>
  <p:slideViewPr>
    <p:cSldViewPr snapToGrid="0" showGuides="1">
      <p:cViewPr varScale="1">
        <p:scale>
          <a:sx n="69" d="100"/>
          <a:sy n="69" d="100"/>
        </p:scale>
        <p:origin x="1234" y="72"/>
      </p:cViewPr>
      <p:guideLst>
        <p:guide orient="horz" pos="2177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41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6912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0436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929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00593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2047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582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4613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1">
              <a:rPr lang="en-US"/>
              <a:pPr>
                <a:defRPr/>
              </a:pPr>
              <a:t>4/30/2022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AC7D0C1-D5FE-48CB-AEB6-E9E3D1C2E343}" type="datetime1">
              <a:rPr lang="ko-KR" altLang="en-US"/>
              <a:pPr lvl="0">
                <a:defRPr/>
              </a:pPr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5B5AC3A-BA06-4AE0-833B-7241F9EB1D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776459" y="6505575"/>
            <a:ext cx="2345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80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4"/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/>
          <p:cNvCxnSpPr/>
          <p:nvPr/>
        </p:nvCxnSpPr>
        <p:spPr>
          <a:xfrm>
            <a:off x="611663" y="3456445"/>
            <a:ext cx="604657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2"/>
          <p:cNvGrpSpPr/>
          <p:nvPr/>
        </p:nvGrpSpPr>
        <p:grpSpPr>
          <a:xfrm>
            <a:off x="7704760" y="1108112"/>
            <a:ext cx="2910665" cy="2941837"/>
            <a:chOff x="8307536" y="513343"/>
            <a:chExt cx="3656577" cy="3695737"/>
          </a:xfrm>
        </p:grpSpPr>
        <p:sp>
          <p:nvSpPr>
            <p:cNvPr id="6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75" name="TextBox 17"/>
          <p:cNvSpPr txBox="1"/>
          <p:nvPr/>
        </p:nvSpPr>
        <p:spPr>
          <a:xfrm>
            <a:off x="442656" y="2613986"/>
            <a:ext cx="7323663" cy="7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500" b="1" spc="-150">
                <a:solidFill>
                  <a:srgbClr val="595959"/>
                </a:solidFill>
                <a:latin typeface="+mj-lt"/>
                <a:ea typeface="THE명품고딕L"/>
              </a:rPr>
              <a:t>13</a:t>
            </a:r>
            <a:r>
              <a:rPr lang="ko-KR" altLang="en-US" sz="4500" b="1" spc="-150">
                <a:solidFill>
                  <a:srgbClr val="595959"/>
                </a:solidFill>
                <a:latin typeface="+mj-lt"/>
                <a:ea typeface="THE명품고딕L"/>
              </a:rPr>
              <a:t> </a:t>
            </a:r>
            <a:r>
              <a:rPr lang="en-US" altLang="ko-KR" sz="4500" b="1" spc="-150">
                <a:solidFill>
                  <a:srgbClr val="595959"/>
                </a:solidFill>
                <a:latin typeface="+mj-lt"/>
                <a:ea typeface="THE명품고딕L"/>
              </a:rPr>
              <a:t>INDEX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1884495"/>
            <a:chOff x="527769" y="1728426"/>
            <a:chExt cx="5187231" cy="1884495"/>
          </a:xfrm>
        </p:grpSpPr>
        <p:sp>
          <p:nvSpPr>
            <p:cNvPr id="18" name="TextBox 17"/>
            <p:cNvSpPr txBox="1"/>
            <p:nvPr/>
          </p:nvSpPr>
          <p:spPr>
            <a:xfrm>
              <a:off x="558060" y="3058923"/>
              <a:ext cx="1263487" cy="5539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INDEX</a:t>
              </a:r>
              <a:endParaRPr lang="ko-KR" altLang="en-US" sz="3000" b="1" spc="-150" dirty="0">
                <a:solidFill>
                  <a:schemeClr val="bg1">
                    <a:alpha val="70000"/>
                  </a:schemeClr>
                </a:solidFill>
                <a:latin typeface="+mj-lt"/>
                <a:ea typeface="THE명품고딕L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9" y="1728426"/>
              <a:ext cx="3164121" cy="13015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1.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9820275" y="6491287"/>
            <a:ext cx="2247900" cy="2381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INDEX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C24FF212-D04E-4D18-A756-17802435B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852842"/>
            <a:ext cx="11530658" cy="3380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INDEX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CEEBA32B-9BD2-4CC8-A626-623A7A687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299"/>
            <a:ext cx="7637084" cy="516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0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INDEX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1A7C9CF3-00B5-4B01-AD8A-5C6814173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674301"/>
            <a:ext cx="10403689" cy="483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33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INDEX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89B79F58-B0B5-4C84-A102-1783D6D08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6428"/>
            <a:ext cx="10058400" cy="494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86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INDEX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F12D0337-BE8C-4289-8CB1-4FE6F9DAF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7430"/>
            <a:ext cx="11415252" cy="508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75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INDEX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E226AF0E-388B-4190-A54B-DCB1CFDA8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04787" cy="680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4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INDEX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1FED550A-226F-4F9C-91A5-7734BDBBE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301"/>
            <a:ext cx="9615948" cy="517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6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INDEX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976C2B37-F220-41E0-ADDC-64EDA1297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51760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9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780479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INDEX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EE70B9FF-2148-471F-9C88-8495CA5D2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38300"/>
            <a:ext cx="11749107" cy="237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0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3464" y="3541759"/>
            <a:ext cx="3841851" cy="7521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4400" b="1" spc="-150">
                <a:solidFill>
                  <a:schemeClr val="bg1">
                    <a:alpha val="70000"/>
                  </a:schemeClr>
                </a:solidFill>
                <a:latin typeface="+mj-lt"/>
                <a:ea typeface="THE명품고딕L"/>
              </a:rPr>
              <a:t>고생하셨습니다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767" y="2211262"/>
            <a:ext cx="3068873" cy="13015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E N</a:t>
            </a:r>
            <a:r>
              <a:rPr lang="ko-KR" altLang="en-US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 </a:t>
            </a: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D.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635000" y="3429236"/>
            <a:ext cx="5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56</Words>
  <Application>Microsoft Office PowerPoint</Application>
  <PresentationFormat>와이드스크린</PresentationFormat>
  <Paragraphs>41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나눔스퀘어라운드 Regular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681</cp:revision>
  <dcterms:created xsi:type="dcterms:W3CDTF">2015-07-07T04:48:58Z</dcterms:created>
  <dcterms:modified xsi:type="dcterms:W3CDTF">2022-04-30T03:07:01Z</dcterms:modified>
  <cp:version>1000.0000.01</cp:version>
</cp:coreProperties>
</file>