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3"/>
  </p:notesMasterIdLst>
  <p:sldIdLst>
    <p:sldId id="256" r:id="rId2"/>
    <p:sldId id="258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84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1" autoAdjust="0"/>
    <p:restoredTop sz="84426"/>
  </p:normalViewPr>
  <p:slideViewPr>
    <p:cSldViewPr snapToGrid="0" showGuides="1">
      <p:cViewPr varScale="1">
        <p:scale>
          <a:sx n="69" d="100"/>
          <a:sy n="69" d="100"/>
        </p:scale>
        <p:origin x="1080" y="72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1340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5662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6900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714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1033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6543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984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084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5497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5403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029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506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579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2373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812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046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457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434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4/30/2022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613986"/>
            <a:ext cx="7323663" cy="698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 spc="-150">
                <a:solidFill>
                  <a:srgbClr val="595959"/>
                </a:solidFill>
                <a:latin typeface="+mj-lt"/>
                <a:ea typeface="THE명품고딕L"/>
              </a:rPr>
              <a:t>09</a:t>
            </a:r>
            <a:r>
              <a:rPr lang="ko-KR" altLang="en-US" sz="4000" b="1" spc="-150">
                <a:solidFill>
                  <a:srgbClr val="595959"/>
                </a:solidFill>
                <a:latin typeface="+mj-lt"/>
                <a:ea typeface="THE명품고딕L"/>
              </a:rPr>
              <a:t> 조인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F4E89536-C017-4384-9B7B-D1637740A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71678" cy="67697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D4E0107-64E2-41BF-8FB8-38D20457C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58119"/>
            <a:ext cx="6096528" cy="64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8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3CEF7A-4BFE-4833-9757-F48A4CB6C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6111770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0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429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F7378BB-30E1-4E41-9BC3-116EFCDAF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158119"/>
            <a:ext cx="6127011" cy="65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3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6627B16-BA11-4EA2-92F8-61D3DEC2D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17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1A93684F-5BED-497C-8C00-665422CC2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83319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FF209AC-7E65-4324-A6A5-7A754D087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98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7207DBD-E7EA-4E90-BB28-56185DCF4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12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8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9DD240-3826-4055-B909-1B5F79EAE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4301"/>
            <a:ext cx="6599492" cy="50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7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58E5EB3-11CB-4784-8483-670CA1D8C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7328"/>
            <a:ext cx="6744284" cy="29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6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E29DC206-9805-4710-BC67-22554EA49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35"/>
            <a:ext cx="6264183" cy="54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4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2846353-1DD7-4344-A443-529D142CA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4301"/>
            <a:ext cx="6348010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6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0652ED83-A337-4490-BA31-51D565C14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110202"/>
            <a:ext cx="6393734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9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A9BD15-4424-4532-A502-DB6C744BB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808922"/>
            <a:ext cx="6111770" cy="29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3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F1911C71-BBC9-43CB-A980-20E349319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638300"/>
            <a:ext cx="6287045" cy="27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1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381AD99A-9410-48B1-B6BC-555081A51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719"/>
            <a:ext cx="6477561" cy="61803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1F25C5E-47E0-44E7-A082-96B8468338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37" b="9707"/>
          <a:stretch/>
        </p:blipFill>
        <p:spPr>
          <a:xfrm>
            <a:off x="6086476" y="5844857"/>
            <a:ext cx="5875942" cy="66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1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5C161189-1327-4814-97C9-65F33C4BB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13" y="1638300"/>
            <a:ext cx="6218459" cy="24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8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39700" y="1750235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C531BE41-186D-4457-998D-82A634B35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527298"/>
            <a:ext cx="5182049" cy="598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9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37565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3" y="654596"/>
            <a:ext cx="980377" cy="543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000" spc="-150">
                <a:solidFill>
                  <a:schemeClr val="accent4"/>
                </a:solidFill>
                <a:latin typeface="+mj-ea"/>
                <a:ea typeface="+mj-ea"/>
              </a:rPr>
              <a:t>JOIN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7" name="그림 6" descr="텍스트, 스크린샷, 실내이(가) 표시된 사진&#10;&#10;자동 생성된 설명">
            <a:extLst>
              <a:ext uri="{FF2B5EF4-FFF2-40B4-BE49-F238E27FC236}">
                <a16:creationId xmlns:a16="http://schemas.microsoft.com/office/drawing/2014/main" id="{F232D332-2866-4014-89D5-3E4D90191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9" y="1674301"/>
            <a:ext cx="10254383" cy="386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6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704761" y="1108111"/>
            <a:ext cx="2910665" cy="29418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663640" y="2326317"/>
            <a:ext cx="4129081" cy="1738953"/>
            <a:chOff x="527768" y="1560897"/>
            <a:chExt cx="5187232" cy="2184590"/>
          </a:xfrm>
        </p:grpSpPr>
        <p:sp>
          <p:nvSpPr>
            <p:cNvPr id="18" name="TextBox 17"/>
            <p:cNvSpPr txBox="1"/>
            <p:nvPr/>
          </p:nvSpPr>
          <p:spPr>
            <a:xfrm>
              <a:off x="558046" y="3058917"/>
              <a:ext cx="5035888" cy="6865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고생하셨습니다</a:t>
              </a:r>
              <a:r>
                <a:rPr lang="en-US" altLang="ko-KR" sz="3000" b="1" spc="-150">
                  <a:solidFill>
                    <a:srgbClr val="808080"/>
                  </a:solidFill>
                  <a:latin typeface="+mj-lt"/>
                  <a:ea typeface="THE명품고딕L"/>
                </a:rPr>
                <a:t>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8" y="1560897"/>
              <a:ext cx="4338897" cy="16461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E N</a:t>
              </a:r>
              <a:r>
                <a:rPr lang="ko-KR" altLang="en-US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 </a:t>
              </a: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D.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둥근 모서리 18"/>
          <p:cNvSpPr/>
          <p:nvPr/>
        </p:nvSpPr>
        <p:spPr>
          <a:xfrm>
            <a:off x="9629168" y="6443560"/>
            <a:ext cx="2534257" cy="41443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</Words>
  <Application>Microsoft Office PowerPoint</Application>
  <PresentationFormat>와이드스크린</PresentationFormat>
  <Paragraphs>79</Paragraphs>
  <Slides>21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나눔스퀘어라운드 Regular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622</cp:revision>
  <dcterms:created xsi:type="dcterms:W3CDTF">2015-07-07T04:48:58Z</dcterms:created>
  <dcterms:modified xsi:type="dcterms:W3CDTF">2022-04-30T09:23:00Z</dcterms:modified>
  <cp:version>1000.0000.01</cp:version>
</cp:coreProperties>
</file>